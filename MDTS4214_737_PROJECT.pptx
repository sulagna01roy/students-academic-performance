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6" r:id="rId11"/>
    <p:sldId id="264" r:id="rId12"/>
    <p:sldId id="267" r:id="rId13"/>
    <p:sldId id="265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D82502-8F4D-4B9E-92EF-F610DD2B6337}" v="76" dt="2026-05-08T11:19:29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LAGNA ROY CREATIONS" userId="8b924c95844e9679" providerId="LiveId" clId="{27E339AA-CB79-42F7-869D-9B36315BBAE9}"/>
    <pc:docChg chg="undo custSel addSld delSld modSld sldOrd">
      <pc:chgData name="SULAGNA ROY CREATIONS" userId="8b924c95844e9679" providerId="LiveId" clId="{27E339AA-CB79-42F7-869D-9B36315BBAE9}" dt="2026-05-08T11:42:37.550" v="3561" actId="1076"/>
      <pc:docMkLst>
        <pc:docMk/>
      </pc:docMkLst>
      <pc:sldChg chg="addSp modSp mod">
        <pc:chgData name="SULAGNA ROY CREATIONS" userId="8b924c95844e9679" providerId="LiveId" clId="{27E339AA-CB79-42F7-869D-9B36315BBAE9}" dt="2026-05-06T11:14:51.912" v="3" actId="14100"/>
        <pc:sldMkLst>
          <pc:docMk/>
          <pc:sldMk cId="1686753411" sldId="257"/>
        </pc:sldMkLst>
        <pc:picChg chg="add mod">
          <ac:chgData name="SULAGNA ROY CREATIONS" userId="8b924c95844e9679" providerId="LiveId" clId="{27E339AA-CB79-42F7-869D-9B36315BBAE9}" dt="2026-05-06T11:14:51.912" v="3" actId="14100"/>
          <ac:picMkLst>
            <pc:docMk/>
            <pc:sldMk cId="1686753411" sldId="257"/>
            <ac:picMk id="12" creationId="{FDE04B2B-37B9-10B8-8881-62FF93C027C6}"/>
          </ac:picMkLst>
        </pc:picChg>
      </pc:sldChg>
      <pc:sldChg chg="addSp delSp modSp new mod setBg">
        <pc:chgData name="SULAGNA ROY CREATIONS" userId="8b924c95844e9679" providerId="LiveId" clId="{27E339AA-CB79-42F7-869D-9B36315BBAE9}" dt="2026-05-08T09:45:39.329" v="1381" actId="14734"/>
        <pc:sldMkLst>
          <pc:docMk/>
          <pc:sldMk cId="3407520245" sldId="258"/>
        </pc:sldMkLst>
        <pc:spChg chg="add mod">
          <ac:chgData name="SULAGNA ROY CREATIONS" userId="8b924c95844e9679" providerId="LiveId" clId="{27E339AA-CB79-42F7-869D-9B36315BBAE9}" dt="2026-05-06T11:33:58.422" v="279" actId="20577"/>
          <ac:spMkLst>
            <pc:docMk/>
            <pc:sldMk cId="3407520245" sldId="258"/>
            <ac:spMk id="6" creationId="{47952612-0AC3-A535-990F-E10D239EC08B}"/>
          </ac:spMkLst>
        </pc:spChg>
        <pc:spChg chg="add del">
          <ac:chgData name="SULAGNA ROY CREATIONS" userId="8b924c95844e9679" providerId="LiveId" clId="{27E339AA-CB79-42F7-869D-9B36315BBAE9}" dt="2026-05-06T11:23:39.032" v="136" actId="26606"/>
          <ac:spMkLst>
            <pc:docMk/>
            <pc:sldMk cId="3407520245" sldId="258"/>
            <ac:spMk id="7" creationId="{2770B5F4-AED0-4A3A-859D-B6239ED38A3B}"/>
          </ac:spMkLst>
        </pc:spChg>
        <pc:graphicFrameChg chg="add mod modGraphic">
          <ac:chgData name="SULAGNA ROY CREATIONS" userId="8b924c95844e9679" providerId="LiveId" clId="{27E339AA-CB79-42F7-869D-9B36315BBAE9}" dt="2026-05-08T09:45:39.329" v="1381" actId="14734"/>
          <ac:graphicFrameMkLst>
            <pc:docMk/>
            <pc:sldMk cId="3407520245" sldId="258"/>
            <ac:graphicFrameMk id="2" creationId="{EB406923-9C21-30E4-37AA-B113020A3D42}"/>
          </ac:graphicFrameMkLst>
        </pc:graphicFrameChg>
      </pc:sldChg>
      <pc:sldChg chg="addSp delSp modSp new mod">
        <pc:chgData name="SULAGNA ROY CREATIONS" userId="8b924c95844e9679" providerId="LiveId" clId="{27E339AA-CB79-42F7-869D-9B36315BBAE9}" dt="2026-05-06T12:39:18.625" v="1091" actId="1076"/>
        <pc:sldMkLst>
          <pc:docMk/>
          <pc:sldMk cId="339939302" sldId="259"/>
        </pc:sldMkLst>
        <pc:spChg chg="mod">
          <ac:chgData name="SULAGNA ROY CREATIONS" userId="8b924c95844e9679" providerId="LiveId" clId="{27E339AA-CB79-42F7-869D-9B36315BBAE9}" dt="2026-05-06T12:39:18.625" v="1091" actId="1076"/>
          <ac:spMkLst>
            <pc:docMk/>
            <pc:sldMk cId="339939302" sldId="259"/>
            <ac:spMk id="2" creationId="{A7A69C64-F54D-2795-6D6D-539C6410B5DA}"/>
          </ac:spMkLst>
        </pc:spChg>
        <pc:spChg chg="add mod">
          <ac:chgData name="SULAGNA ROY CREATIONS" userId="8b924c95844e9679" providerId="LiveId" clId="{27E339AA-CB79-42F7-869D-9B36315BBAE9}" dt="2026-05-06T12:38:53.272" v="1086" actId="1076"/>
          <ac:spMkLst>
            <pc:docMk/>
            <pc:sldMk cId="339939302" sldId="259"/>
            <ac:spMk id="8" creationId="{4689B1D1-C94A-93DD-96A0-27D6903017E9}"/>
          </ac:spMkLst>
        </pc:spChg>
        <pc:graphicFrameChg chg="add mod modGraphic">
          <ac:chgData name="SULAGNA ROY CREATIONS" userId="8b924c95844e9679" providerId="LiveId" clId="{27E339AA-CB79-42F7-869D-9B36315BBAE9}" dt="2026-05-06T12:38:48.540" v="1085" actId="1076"/>
          <ac:graphicFrameMkLst>
            <pc:docMk/>
            <pc:sldMk cId="339939302" sldId="259"/>
            <ac:graphicFrameMk id="9" creationId="{F2CCF0BD-3298-5058-A0D1-8588DFA665BD}"/>
          </ac:graphicFrameMkLst>
        </pc:graphicFrameChg>
      </pc:sldChg>
      <pc:sldChg chg="addSp modSp new mod">
        <pc:chgData name="SULAGNA ROY CREATIONS" userId="8b924c95844e9679" providerId="LiveId" clId="{27E339AA-CB79-42F7-869D-9B36315BBAE9}" dt="2026-05-06T13:17:40.396" v="1373" actId="12385"/>
        <pc:sldMkLst>
          <pc:docMk/>
          <pc:sldMk cId="2551461891" sldId="260"/>
        </pc:sldMkLst>
        <pc:spChg chg="add mod">
          <ac:chgData name="SULAGNA ROY CREATIONS" userId="8b924c95844e9679" providerId="LiveId" clId="{27E339AA-CB79-42F7-869D-9B36315BBAE9}" dt="2026-05-06T12:44:38.185" v="1131" actId="1076"/>
          <ac:spMkLst>
            <pc:docMk/>
            <pc:sldMk cId="2551461891" sldId="260"/>
            <ac:spMk id="3" creationId="{0CEDD127-209F-FE21-7221-73B4631693D6}"/>
          </ac:spMkLst>
        </pc:spChg>
        <pc:spChg chg="add mod">
          <ac:chgData name="SULAGNA ROY CREATIONS" userId="8b924c95844e9679" providerId="LiveId" clId="{27E339AA-CB79-42F7-869D-9B36315BBAE9}" dt="2026-05-06T12:53:28.570" v="1229" actId="115"/>
          <ac:spMkLst>
            <pc:docMk/>
            <pc:sldMk cId="2551461891" sldId="260"/>
            <ac:spMk id="5" creationId="{0B716620-BB10-D1E1-E263-4D63D98AA7E2}"/>
          </ac:spMkLst>
        </pc:spChg>
        <pc:spChg chg="add mod">
          <ac:chgData name="SULAGNA ROY CREATIONS" userId="8b924c95844e9679" providerId="LiveId" clId="{27E339AA-CB79-42F7-869D-9B36315BBAE9}" dt="2026-05-06T12:50:25.696" v="1182" actId="1076"/>
          <ac:spMkLst>
            <pc:docMk/>
            <pc:sldMk cId="2551461891" sldId="260"/>
            <ac:spMk id="7" creationId="{63C0D1E4-EDC6-8D9A-F2BD-193F0F638188}"/>
          </ac:spMkLst>
        </pc:spChg>
        <pc:spChg chg="add mod">
          <ac:chgData name="SULAGNA ROY CREATIONS" userId="8b924c95844e9679" providerId="LiveId" clId="{27E339AA-CB79-42F7-869D-9B36315BBAE9}" dt="2026-05-06T13:03:32.653" v="1245" actId="255"/>
          <ac:spMkLst>
            <pc:docMk/>
            <pc:sldMk cId="2551461891" sldId="260"/>
            <ac:spMk id="9" creationId="{93563572-2540-0DA6-380F-857AD7078884}"/>
          </ac:spMkLst>
        </pc:spChg>
        <pc:graphicFrameChg chg="add mod modGraphic">
          <ac:chgData name="SULAGNA ROY CREATIONS" userId="8b924c95844e9679" providerId="LiveId" clId="{27E339AA-CB79-42F7-869D-9B36315BBAE9}" dt="2026-05-06T13:10:24.952" v="1327" actId="14734"/>
          <ac:graphicFrameMkLst>
            <pc:docMk/>
            <pc:sldMk cId="2551461891" sldId="260"/>
            <ac:graphicFrameMk id="4" creationId="{9E0E93C0-5B36-32AD-7578-7A2439247A04}"/>
          </ac:graphicFrameMkLst>
        </pc:graphicFrameChg>
        <pc:graphicFrameChg chg="add mod modGraphic">
          <ac:chgData name="SULAGNA ROY CREATIONS" userId="8b924c95844e9679" providerId="LiveId" clId="{27E339AA-CB79-42F7-869D-9B36315BBAE9}" dt="2026-05-06T12:53:45.158" v="1230" actId="12385"/>
          <ac:graphicFrameMkLst>
            <pc:docMk/>
            <pc:sldMk cId="2551461891" sldId="260"/>
            <ac:graphicFrameMk id="6" creationId="{86E9B1C5-AC4E-95D5-F62C-770844F805FE}"/>
          </ac:graphicFrameMkLst>
        </pc:graphicFrameChg>
        <pc:graphicFrameChg chg="add mod modGraphic">
          <ac:chgData name="SULAGNA ROY CREATIONS" userId="8b924c95844e9679" providerId="LiveId" clId="{27E339AA-CB79-42F7-869D-9B36315BBAE9}" dt="2026-05-06T13:17:40.396" v="1373" actId="12385"/>
          <ac:graphicFrameMkLst>
            <pc:docMk/>
            <pc:sldMk cId="2551461891" sldId="260"/>
            <ac:graphicFrameMk id="8" creationId="{68C6E048-A1D3-ABEB-1F5B-E58760436AF2}"/>
          </ac:graphicFrameMkLst>
        </pc:graphicFrameChg>
      </pc:sldChg>
      <pc:sldChg chg="addSp modSp mod ord">
        <pc:chgData name="SULAGNA ROY CREATIONS" userId="8b924c95844e9679" providerId="LiveId" clId="{27E339AA-CB79-42F7-869D-9B36315BBAE9}" dt="2026-05-08T10:38:17.210" v="2035" actId="1076"/>
        <pc:sldMkLst>
          <pc:docMk/>
          <pc:sldMk cId="3136778206" sldId="264"/>
        </pc:sldMkLst>
        <pc:spChg chg="mod">
          <ac:chgData name="SULAGNA ROY CREATIONS" userId="8b924c95844e9679" providerId="LiveId" clId="{27E339AA-CB79-42F7-869D-9B36315BBAE9}" dt="2026-05-08T10:38:17.210" v="2035" actId="1076"/>
          <ac:spMkLst>
            <pc:docMk/>
            <pc:sldMk cId="3136778206" sldId="264"/>
            <ac:spMk id="2" creationId="{5A7CEF28-AEFE-CDB1-7D09-FD7E9BE8AD03}"/>
          </ac:spMkLst>
        </pc:spChg>
        <pc:graphicFrameChg chg="add mod modGraphic">
          <ac:chgData name="SULAGNA ROY CREATIONS" userId="8b924c95844e9679" providerId="LiveId" clId="{27E339AA-CB79-42F7-869D-9B36315BBAE9}" dt="2026-05-08T10:28:33.598" v="1530" actId="113"/>
          <ac:graphicFrameMkLst>
            <pc:docMk/>
            <pc:sldMk cId="3136778206" sldId="264"/>
            <ac:graphicFrameMk id="3" creationId="{E98C90DD-5436-1351-DA6F-6B93421EC04B}"/>
          </ac:graphicFrameMkLst>
        </pc:graphicFrameChg>
        <pc:graphicFrameChg chg="add mod modGraphic">
          <ac:chgData name="SULAGNA ROY CREATIONS" userId="8b924c95844e9679" providerId="LiveId" clId="{27E339AA-CB79-42F7-869D-9B36315BBAE9}" dt="2026-05-08T10:28:52.774" v="1531" actId="113"/>
          <ac:graphicFrameMkLst>
            <pc:docMk/>
            <pc:sldMk cId="3136778206" sldId="264"/>
            <ac:graphicFrameMk id="4" creationId="{BBCEEC3C-A9A3-A30B-F41B-3AB7507514C9}"/>
          </ac:graphicFrameMkLst>
        </pc:graphicFrameChg>
      </pc:sldChg>
      <pc:sldChg chg="addSp delSp modSp mod">
        <pc:chgData name="SULAGNA ROY CREATIONS" userId="8b924c95844e9679" providerId="LiveId" clId="{27E339AA-CB79-42F7-869D-9B36315BBAE9}" dt="2026-05-08T10:45:40.497" v="2090" actId="1076"/>
        <pc:sldMkLst>
          <pc:docMk/>
          <pc:sldMk cId="2974137292" sldId="265"/>
        </pc:sldMkLst>
        <pc:spChg chg="mod">
          <ac:chgData name="SULAGNA ROY CREATIONS" userId="8b924c95844e9679" providerId="LiveId" clId="{27E339AA-CB79-42F7-869D-9B36315BBAE9}" dt="2026-05-08T10:45:40.497" v="2090" actId="1076"/>
          <ac:spMkLst>
            <pc:docMk/>
            <pc:sldMk cId="2974137292" sldId="265"/>
            <ac:spMk id="2" creationId="{4041E264-5FF6-17D8-D800-E1C98B39E4E3}"/>
          </ac:spMkLst>
        </pc:spChg>
        <pc:graphicFrameChg chg="add del mod modGraphic">
          <ac:chgData name="SULAGNA ROY CREATIONS" userId="8b924c95844e9679" providerId="LiveId" clId="{27E339AA-CB79-42F7-869D-9B36315BBAE9}" dt="2026-05-08T09:28:18.609" v="1380" actId="478"/>
          <ac:graphicFrameMkLst>
            <pc:docMk/>
            <pc:sldMk cId="2974137292" sldId="265"/>
            <ac:graphicFrameMk id="3" creationId="{7438F70D-B95F-C0BB-6652-0FB055D9E3C5}"/>
          </ac:graphicFrameMkLst>
        </pc:graphicFrameChg>
        <pc:graphicFrameChg chg="add mod modGraphic">
          <ac:chgData name="SULAGNA ROY CREATIONS" userId="8b924c95844e9679" providerId="LiveId" clId="{27E339AA-CB79-42F7-869D-9B36315BBAE9}" dt="2026-05-08T10:29:45.511" v="1532" actId="113"/>
          <ac:graphicFrameMkLst>
            <pc:docMk/>
            <pc:sldMk cId="2974137292" sldId="265"/>
            <ac:graphicFrameMk id="4" creationId="{CE5F06CF-DDA7-F697-24D9-95A2735172A1}"/>
          </ac:graphicFrameMkLst>
        </pc:graphicFrameChg>
        <pc:graphicFrameChg chg="add mod modGraphic">
          <ac:chgData name="SULAGNA ROY CREATIONS" userId="8b924c95844e9679" providerId="LiveId" clId="{27E339AA-CB79-42F7-869D-9B36315BBAE9}" dt="2026-05-08T10:30:13.593" v="1533" actId="113"/>
          <ac:graphicFrameMkLst>
            <pc:docMk/>
            <pc:sldMk cId="2974137292" sldId="265"/>
            <ac:graphicFrameMk id="5" creationId="{211E2A57-C8E8-4364-8D91-59AFA2D058DB}"/>
          </ac:graphicFrameMkLst>
        </pc:graphicFrameChg>
      </pc:sldChg>
      <pc:sldChg chg="addSp modSp new mod">
        <pc:chgData name="SULAGNA ROY CREATIONS" userId="8b924c95844e9679" providerId="LiveId" clId="{27E339AA-CB79-42F7-869D-9B36315BBAE9}" dt="2026-05-08T10:39:21.768" v="2037"/>
        <pc:sldMkLst>
          <pc:docMk/>
          <pc:sldMk cId="18866703" sldId="266"/>
        </pc:sldMkLst>
        <pc:spChg chg="add mod">
          <ac:chgData name="SULAGNA ROY CREATIONS" userId="8b924c95844e9679" providerId="LiveId" clId="{27E339AA-CB79-42F7-869D-9B36315BBAE9}" dt="2026-05-08T10:31:28.214" v="1592" actId="1076"/>
          <ac:spMkLst>
            <pc:docMk/>
            <pc:sldMk cId="18866703" sldId="266"/>
            <ac:spMk id="3" creationId="{E8A895D3-FF5E-FD57-1A80-F82638215A7E}"/>
          </ac:spMkLst>
        </pc:spChg>
        <pc:spChg chg="add mod">
          <ac:chgData name="SULAGNA ROY CREATIONS" userId="8b924c95844e9679" providerId="LiveId" clId="{27E339AA-CB79-42F7-869D-9B36315BBAE9}" dt="2026-05-08T10:32:04.357" v="1595"/>
          <ac:spMkLst>
            <pc:docMk/>
            <pc:sldMk cId="18866703" sldId="266"/>
            <ac:spMk id="4" creationId="{19A0D865-7B11-A7C6-FE3A-442934220631}"/>
          </ac:spMkLst>
        </pc:spChg>
        <pc:spChg chg="add mod">
          <ac:chgData name="SULAGNA ROY CREATIONS" userId="8b924c95844e9679" providerId="LiveId" clId="{27E339AA-CB79-42F7-869D-9B36315BBAE9}" dt="2026-05-08T10:39:21.768" v="2037"/>
          <ac:spMkLst>
            <pc:docMk/>
            <pc:sldMk cId="18866703" sldId="266"/>
            <ac:spMk id="5" creationId="{73F82AAF-37A5-36EC-D8F0-FB2AC2990C0C}"/>
          </ac:spMkLst>
        </pc:spChg>
        <pc:graphicFrameChg chg="add mod">
          <ac:chgData name="SULAGNA ROY CREATIONS" userId="8b924c95844e9679" providerId="LiveId" clId="{27E339AA-CB79-42F7-869D-9B36315BBAE9}" dt="2026-05-08T10:30:55.825" v="1535"/>
          <ac:graphicFrameMkLst>
            <pc:docMk/>
            <pc:sldMk cId="18866703" sldId="266"/>
            <ac:graphicFrameMk id="2" creationId="{2C7150CD-3867-5772-0535-1F13FA787BE6}"/>
          </ac:graphicFrameMkLst>
        </pc:graphicFrameChg>
      </pc:sldChg>
      <pc:sldChg chg="addSp delSp modSp new mod">
        <pc:chgData name="SULAGNA ROY CREATIONS" userId="8b924c95844e9679" providerId="LiveId" clId="{27E339AA-CB79-42F7-869D-9B36315BBAE9}" dt="2026-05-08T11:41:19.491" v="3508" actId="20577"/>
        <pc:sldMkLst>
          <pc:docMk/>
          <pc:sldMk cId="241564472" sldId="267"/>
        </pc:sldMkLst>
        <pc:spChg chg="add del mod">
          <ac:chgData name="SULAGNA ROY CREATIONS" userId="8b924c95844e9679" providerId="LiveId" clId="{27E339AA-CB79-42F7-869D-9B36315BBAE9}" dt="2026-05-08T10:38:11.679" v="2034" actId="478"/>
          <ac:spMkLst>
            <pc:docMk/>
            <pc:sldMk cId="241564472" sldId="267"/>
            <ac:spMk id="3" creationId="{BC4CD60D-D357-ED1E-A9A2-FF86531C40F6}"/>
          </ac:spMkLst>
        </pc:spChg>
        <pc:spChg chg="add mod">
          <ac:chgData name="SULAGNA ROY CREATIONS" userId="8b924c95844e9679" providerId="LiveId" clId="{27E339AA-CB79-42F7-869D-9B36315BBAE9}" dt="2026-05-08T10:38:20.933" v="2036"/>
          <ac:spMkLst>
            <pc:docMk/>
            <pc:sldMk cId="241564472" sldId="267"/>
            <ac:spMk id="4" creationId="{6A89B43D-5069-BED3-8ABF-1ECE12B05BF7}"/>
          </ac:spMkLst>
        </pc:spChg>
        <pc:spChg chg="add mod">
          <ac:chgData name="SULAGNA ROY CREATIONS" userId="8b924c95844e9679" providerId="LiveId" clId="{27E339AA-CB79-42F7-869D-9B36315BBAE9}" dt="2026-05-08T11:41:19.491" v="3508" actId="20577"/>
          <ac:spMkLst>
            <pc:docMk/>
            <pc:sldMk cId="241564472" sldId="267"/>
            <ac:spMk id="5" creationId="{E3FEACE4-8A10-1EC0-9CA5-6EA0C43C369E}"/>
          </ac:spMkLst>
        </pc:spChg>
      </pc:sldChg>
      <pc:sldChg chg="addSp modSp new mod">
        <pc:chgData name="SULAGNA ROY CREATIONS" userId="8b924c95844e9679" providerId="LiveId" clId="{27E339AA-CB79-42F7-869D-9B36315BBAE9}" dt="2026-05-08T11:22:10.798" v="3483" actId="12385"/>
        <pc:sldMkLst>
          <pc:docMk/>
          <pc:sldMk cId="1682695117" sldId="268"/>
        </pc:sldMkLst>
        <pc:spChg chg="add mod">
          <ac:chgData name="SULAGNA ROY CREATIONS" userId="8b924c95844e9679" providerId="LiveId" clId="{27E339AA-CB79-42F7-869D-9B36315BBAE9}" dt="2026-05-08T11:00:50.305" v="2635" actId="1076"/>
          <ac:spMkLst>
            <pc:docMk/>
            <pc:sldMk cId="1682695117" sldId="268"/>
            <ac:spMk id="2" creationId="{00C0C14B-F1B5-9399-6F2D-677DBE347FDE}"/>
          </ac:spMkLst>
        </pc:spChg>
        <pc:spChg chg="add mod">
          <ac:chgData name="SULAGNA ROY CREATIONS" userId="8b924c95844e9679" providerId="LiveId" clId="{27E339AA-CB79-42F7-869D-9B36315BBAE9}" dt="2026-05-08T10:45:52.073" v="2092"/>
          <ac:spMkLst>
            <pc:docMk/>
            <pc:sldMk cId="1682695117" sldId="268"/>
            <ac:spMk id="3" creationId="{A2081E5F-D264-D1B2-AD66-13E5117E2C43}"/>
          </ac:spMkLst>
        </pc:spChg>
        <pc:spChg chg="add mod">
          <ac:chgData name="SULAGNA ROY CREATIONS" userId="8b924c95844e9679" providerId="LiveId" clId="{27E339AA-CB79-42F7-869D-9B36315BBAE9}" dt="2026-05-08T11:12:58.787" v="3177" actId="20577"/>
          <ac:spMkLst>
            <pc:docMk/>
            <pc:sldMk cId="1682695117" sldId="268"/>
            <ac:spMk id="4" creationId="{C2C17E5B-AFB4-00C6-4495-1C3CBE50ADE7}"/>
          </ac:spMkLst>
        </pc:spChg>
        <pc:graphicFrameChg chg="add mod modGraphic">
          <ac:chgData name="SULAGNA ROY CREATIONS" userId="8b924c95844e9679" providerId="LiveId" clId="{27E339AA-CB79-42F7-869D-9B36315BBAE9}" dt="2026-05-08T11:22:10.798" v="3483" actId="12385"/>
          <ac:graphicFrameMkLst>
            <pc:docMk/>
            <pc:sldMk cId="1682695117" sldId="268"/>
            <ac:graphicFrameMk id="5" creationId="{A3C88B08-BC47-6C40-E674-CE94755DA6FA}"/>
          </ac:graphicFrameMkLst>
        </pc:graphicFrameChg>
      </pc:sldChg>
      <pc:sldChg chg="addSp delSp modSp new mod">
        <pc:chgData name="SULAGNA ROY CREATIONS" userId="8b924c95844e9679" providerId="LiveId" clId="{27E339AA-CB79-42F7-869D-9B36315BBAE9}" dt="2026-05-08T11:42:37.550" v="3561" actId="1076"/>
        <pc:sldMkLst>
          <pc:docMk/>
          <pc:sldMk cId="721472544" sldId="269"/>
        </pc:sldMkLst>
        <pc:spChg chg="mod">
          <ac:chgData name="SULAGNA ROY CREATIONS" userId="8b924c95844e9679" providerId="LiveId" clId="{27E339AA-CB79-42F7-869D-9B36315BBAE9}" dt="2026-05-08T11:42:31.623" v="3559" actId="1076"/>
          <ac:spMkLst>
            <pc:docMk/>
            <pc:sldMk cId="721472544" sldId="269"/>
            <ac:spMk id="2" creationId="{613BE7AD-0BA5-054E-8B95-2608D7ED96EC}"/>
          </ac:spMkLst>
        </pc:spChg>
        <pc:spChg chg="del mod">
          <ac:chgData name="SULAGNA ROY CREATIONS" userId="8b924c95844e9679" providerId="LiveId" clId="{27E339AA-CB79-42F7-869D-9B36315BBAE9}" dt="2026-05-08T10:55:59.151" v="2459" actId="478"/>
          <ac:spMkLst>
            <pc:docMk/>
            <pc:sldMk cId="721472544" sldId="269"/>
            <ac:spMk id="3" creationId="{54CA57BF-83E1-53D0-2D6C-3B3B8C06991E}"/>
          </ac:spMkLst>
        </pc:spChg>
        <pc:spChg chg="add mod">
          <ac:chgData name="SULAGNA ROY CREATIONS" userId="8b924c95844e9679" providerId="LiveId" clId="{27E339AA-CB79-42F7-869D-9B36315BBAE9}" dt="2026-05-08T11:42:37.550" v="3561" actId="1076"/>
          <ac:spMkLst>
            <pc:docMk/>
            <pc:sldMk cId="721472544" sldId="269"/>
            <ac:spMk id="5" creationId="{B73C7F3E-3325-FC80-1E89-5F9093DF9C06}"/>
          </ac:spMkLst>
        </pc:spChg>
        <pc:spChg chg="add mod">
          <ac:chgData name="SULAGNA ROY CREATIONS" userId="8b924c95844e9679" providerId="LiveId" clId="{27E339AA-CB79-42F7-869D-9B36315BBAE9}" dt="2026-05-08T11:42:14.393" v="3557" actId="1076"/>
          <ac:spMkLst>
            <pc:docMk/>
            <pc:sldMk cId="721472544" sldId="269"/>
            <ac:spMk id="6" creationId="{726AF62B-5B80-EDF7-4B31-3FED12ED1DBF}"/>
          </ac:spMkLst>
        </pc:spChg>
        <pc:graphicFrameChg chg="add mod modGraphic">
          <ac:chgData name="SULAGNA ROY CREATIONS" userId="8b924c95844e9679" providerId="LiveId" clId="{27E339AA-CB79-42F7-869D-9B36315BBAE9}" dt="2026-05-08T11:42:34.885" v="3560" actId="1076"/>
          <ac:graphicFrameMkLst>
            <pc:docMk/>
            <pc:sldMk cId="721472544" sldId="269"/>
            <ac:graphicFrameMk id="4" creationId="{DDB97E27-D8C3-6EAB-B008-59DAAC899B85}"/>
          </ac:graphicFrameMkLst>
        </pc:graphicFrameChg>
      </pc:sldChg>
      <pc:sldChg chg="addSp delSp modSp new mod">
        <pc:chgData name="SULAGNA ROY CREATIONS" userId="8b924c95844e9679" providerId="LiveId" clId="{27E339AA-CB79-42F7-869D-9B36315BBAE9}" dt="2026-05-08T11:38:44.842" v="3506" actId="1076"/>
        <pc:sldMkLst>
          <pc:docMk/>
          <pc:sldMk cId="2237431488" sldId="270"/>
        </pc:sldMkLst>
        <pc:spChg chg="add del">
          <ac:chgData name="SULAGNA ROY CREATIONS" userId="8b924c95844e9679" providerId="LiveId" clId="{27E339AA-CB79-42F7-869D-9B36315BBAE9}" dt="2026-05-08T11:19:19.633" v="3465" actId="22"/>
          <ac:spMkLst>
            <pc:docMk/>
            <pc:sldMk cId="2237431488" sldId="270"/>
            <ac:spMk id="3" creationId="{FFE14174-0233-321B-87D3-2D60233944E7}"/>
          </ac:spMkLst>
        </pc:spChg>
        <pc:spChg chg="add mod">
          <ac:chgData name="SULAGNA ROY CREATIONS" userId="8b924c95844e9679" providerId="LiveId" clId="{27E339AA-CB79-42F7-869D-9B36315BBAE9}" dt="2026-05-08T11:33:18.926" v="3501" actId="1076"/>
          <ac:spMkLst>
            <pc:docMk/>
            <pc:sldMk cId="2237431488" sldId="270"/>
            <ac:spMk id="4" creationId="{7CCDC2B3-20AF-4EFF-DA32-80725872B878}"/>
          </ac:spMkLst>
        </pc:spChg>
        <pc:picChg chg="add mod">
          <ac:chgData name="SULAGNA ROY CREATIONS" userId="8b924c95844e9679" providerId="LiveId" clId="{27E339AA-CB79-42F7-869D-9B36315BBAE9}" dt="2026-05-08T11:33:09.125" v="3499" actId="1076"/>
          <ac:picMkLst>
            <pc:docMk/>
            <pc:sldMk cId="2237431488" sldId="270"/>
            <ac:picMk id="6" creationId="{0C24378B-E193-B48C-8740-C2800ACC955D}"/>
          </ac:picMkLst>
        </pc:picChg>
        <pc:picChg chg="add del mod">
          <ac:chgData name="SULAGNA ROY CREATIONS" userId="8b924c95844e9679" providerId="LiveId" clId="{27E339AA-CB79-42F7-869D-9B36315BBAE9}" dt="2026-05-08T11:38:33.475" v="3502" actId="478"/>
          <ac:picMkLst>
            <pc:docMk/>
            <pc:sldMk cId="2237431488" sldId="270"/>
            <ac:picMk id="8" creationId="{DA96A312-6B26-9BB1-DE83-AB7BE7B69633}"/>
          </ac:picMkLst>
        </pc:picChg>
        <pc:picChg chg="add mod">
          <ac:chgData name="SULAGNA ROY CREATIONS" userId="8b924c95844e9679" providerId="LiveId" clId="{27E339AA-CB79-42F7-869D-9B36315BBAE9}" dt="2026-05-08T11:38:44.842" v="3506" actId="1076"/>
          <ac:picMkLst>
            <pc:docMk/>
            <pc:sldMk cId="2237431488" sldId="270"/>
            <ac:picMk id="10" creationId="{03A7C082-BAB3-79CF-5D86-EE63BBB3ED0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EBB76-078E-4A04-8D65-1D4B81411BC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C8058-6720-44BC-B905-31DAED691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484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3C8058-6720-44BC-B905-31DAED691AE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49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3C8058-6720-44BC-B905-31DAED691AE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886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836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1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689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853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637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89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556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341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429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715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359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472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307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739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607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80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490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87928-6ABD-4E16-8953-4641BD41E78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3744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22DB4-1969-2066-3472-B43E9442E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1472184"/>
            <a:ext cx="9448800" cy="242149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latin typeface="Aharoni" panose="020F0502020204030204" pitchFamily="2" charset="-79"/>
                <a:cs typeface="Aharoni" panose="020F0502020204030204" pitchFamily="2" charset="-79"/>
              </a:rPr>
              <a:t>STUDENTS’ ACADEMIC PERFORMANCE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9FE53-BA06-BC6A-B4FE-72DACB95E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3493008"/>
            <a:ext cx="9448800" cy="1346201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-</a:t>
            </a:r>
            <a:r>
              <a:rPr lang="en-IN" sz="3200" b="1" dirty="0"/>
              <a:t> A study based on Logistic Regression &amp; Multiple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94053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9C2FB-BF62-BDE8-5155-4CBA8A119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316317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en-IN" sz="54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DATA SET DESCRIPTION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FCDD3-EB15-AE50-CA4C-D64F7EA8C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" y="1545336"/>
            <a:ext cx="11960352" cy="4024125"/>
          </a:xfrm>
        </p:spPr>
        <p:txBody>
          <a:bodyPr/>
          <a:lstStyle/>
          <a:p>
            <a:r>
              <a:rPr lang="en-IN" sz="3200" b="1" dirty="0"/>
              <a:t>The concerned raw dataset has n=8000 observations on p=23 variables corresponding to n=8000 students.</a:t>
            </a:r>
          </a:p>
          <a:p>
            <a:r>
              <a:rPr lang="en-IN" sz="3200" b="1" dirty="0"/>
              <a:t>The variables have the following classification as per their nature-</a:t>
            </a:r>
            <a:r>
              <a:rPr lang="en-IN" dirty="0"/>
              <a:t> 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sz="32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E04B2B-37B9-10B8-8881-62FF93C02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3429000"/>
            <a:ext cx="7754111" cy="289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53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2770B5F4-AED0-4A3A-859D-B6239ED38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03" y="643464"/>
            <a:ext cx="10905195" cy="5571072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406923-9C21-30E4-37AA-B113020A3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650187"/>
              </p:ext>
            </p:extLst>
          </p:nvPr>
        </p:nvGraphicFramePr>
        <p:xfrm>
          <a:off x="789272" y="779647"/>
          <a:ext cx="10649871" cy="53420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3867">
                  <a:extLst>
                    <a:ext uri="{9D8B030D-6E8A-4147-A177-3AD203B41FA5}">
                      <a16:colId xmlns:a16="http://schemas.microsoft.com/office/drawing/2014/main" val="4277471128"/>
                    </a:ext>
                  </a:extLst>
                </a:gridCol>
                <a:gridCol w="2440161">
                  <a:extLst>
                    <a:ext uri="{9D8B030D-6E8A-4147-A177-3AD203B41FA5}">
                      <a16:colId xmlns:a16="http://schemas.microsoft.com/office/drawing/2014/main" val="4081864230"/>
                    </a:ext>
                  </a:extLst>
                </a:gridCol>
                <a:gridCol w="3814021">
                  <a:extLst>
                    <a:ext uri="{9D8B030D-6E8A-4147-A177-3AD203B41FA5}">
                      <a16:colId xmlns:a16="http://schemas.microsoft.com/office/drawing/2014/main" val="2157761710"/>
                    </a:ext>
                  </a:extLst>
                </a:gridCol>
                <a:gridCol w="4081822">
                  <a:extLst>
                    <a:ext uri="{9D8B030D-6E8A-4147-A177-3AD203B41FA5}">
                      <a16:colId xmlns:a16="http://schemas.microsoft.com/office/drawing/2014/main" val="1805405088"/>
                    </a:ext>
                  </a:extLst>
                </a:gridCol>
              </a:tblGrid>
              <a:tr h="2689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Sl. No.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Abbreviation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 dirty="0">
                          <a:effectLst/>
                        </a:rPr>
                        <a:t>Description</a:t>
                      </a:r>
                      <a:endParaRPr lang="en-IN" sz="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Nature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3946282931"/>
                  </a:ext>
                </a:extLst>
              </a:tr>
              <a:tr h="12948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age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Age (years)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4208200900"/>
                  </a:ext>
                </a:extLst>
              </a:tr>
              <a:tr h="17815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2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gender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Gender (Female, Male, Other)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(Nominal) 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1305437253"/>
                  </a:ext>
                </a:extLst>
              </a:tr>
              <a:tr h="3175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 dirty="0">
                          <a:effectLst/>
                        </a:rPr>
                        <a:t>3</a:t>
                      </a:r>
                      <a:endParaRPr lang="en-IN" sz="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 err="1">
                          <a:effectLst/>
                        </a:rPr>
                        <a:t>grade_level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Level of Grade (10</a:t>
                      </a:r>
                      <a:r>
                        <a:rPr lang="en-IN" sz="800" b="1" kern="100" baseline="30000" dirty="0">
                          <a:effectLst/>
                        </a:rPr>
                        <a:t>th</a:t>
                      </a:r>
                      <a:r>
                        <a:rPr lang="en-IN" sz="800" b="1" kern="100" dirty="0">
                          <a:effectLst/>
                        </a:rPr>
                        <a:t>,11</a:t>
                      </a:r>
                      <a:r>
                        <a:rPr lang="en-IN" sz="800" b="1" kern="100" baseline="30000" dirty="0">
                          <a:effectLst/>
                        </a:rPr>
                        <a:t>th</a:t>
                      </a:r>
                      <a:r>
                        <a:rPr lang="en-IN" sz="800" b="1" kern="100" dirty="0">
                          <a:effectLst/>
                        </a:rPr>
                        <a:t>,12</a:t>
                      </a:r>
                      <a:r>
                        <a:rPr lang="en-IN" sz="800" b="1" kern="100" baseline="30000" dirty="0">
                          <a:effectLst/>
                        </a:rPr>
                        <a:t>th</a:t>
                      </a:r>
                      <a:r>
                        <a:rPr lang="en-IN" sz="800" b="1" kern="100" dirty="0">
                          <a:effectLst/>
                        </a:rPr>
                        <a:t>,1</a:t>
                      </a:r>
                      <a:r>
                        <a:rPr lang="en-IN" sz="800" b="1" kern="100" baseline="30000" dirty="0">
                          <a:effectLst/>
                        </a:rPr>
                        <a:t>st</a:t>
                      </a:r>
                      <a:r>
                        <a:rPr lang="en-IN" sz="800" b="1" kern="100" dirty="0">
                          <a:effectLst/>
                        </a:rPr>
                        <a:t> Yr, 2</a:t>
                      </a:r>
                      <a:r>
                        <a:rPr lang="en-IN" sz="800" b="1" kern="100" baseline="30000" dirty="0">
                          <a:effectLst/>
                        </a:rPr>
                        <a:t>nd</a:t>
                      </a:r>
                      <a:r>
                        <a:rPr lang="en-IN" sz="800" b="1" kern="100" dirty="0">
                          <a:effectLst/>
                        </a:rPr>
                        <a:t> Yr,3</a:t>
                      </a:r>
                      <a:r>
                        <a:rPr lang="en-IN" sz="800" b="1" kern="100" baseline="30000" dirty="0">
                          <a:effectLst/>
                        </a:rPr>
                        <a:t>rd </a:t>
                      </a:r>
                      <a:r>
                        <a:rPr lang="en-IN" sz="800" b="1" kern="100" dirty="0">
                          <a:effectLst/>
                        </a:rPr>
                        <a:t>Yr)</a:t>
                      </a:r>
                    </a:p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 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(Ordinal)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3237481022"/>
                  </a:ext>
                </a:extLst>
              </a:tr>
              <a:tr h="15875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 dirty="0">
                          <a:effectLst/>
                        </a:rPr>
                        <a:t>4</a:t>
                      </a:r>
                      <a:endParaRPr lang="en-IN" sz="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study_hours_per_day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Daily Average Duration of Study (hrs)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3442972746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5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ai_usage_time_minute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Daily Average Duration of AI Usage (mins)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3061558911"/>
                  </a:ext>
                </a:extLst>
              </a:tr>
              <a:tr h="51338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6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 err="1">
                          <a:effectLst/>
                        </a:rPr>
                        <a:t>ai_tools_used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AI tools used</a:t>
                      </a:r>
                    </a:p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(ChatGPT, </a:t>
                      </a:r>
                      <a:r>
                        <a:rPr lang="en-IN" sz="800" b="1" kern="100" dirty="0" err="1">
                          <a:effectLst/>
                        </a:rPr>
                        <a:t>ChatGPT+Gemini</a:t>
                      </a:r>
                      <a:r>
                        <a:rPr lang="en-IN" sz="800" b="1" kern="100" dirty="0">
                          <a:effectLst/>
                        </a:rPr>
                        <a:t>, Claude, Copilot, Gemini, None)</a:t>
                      </a: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(Nominal)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1995236511"/>
                  </a:ext>
                </a:extLst>
              </a:tr>
              <a:tr h="47627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 dirty="0">
                          <a:effectLst/>
                        </a:rPr>
                        <a:t>7</a:t>
                      </a:r>
                      <a:endParaRPr lang="en-IN" sz="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 err="1">
                          <a:effectLst/>
                        </a:rPr>
                        <a:t>ai_usage_purpose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AI Usage Purpose</a:t>
                      </a:r>
                    </a:p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(Coding, Doubt Solving, Exam Prep, Homework, None, Notes)</a:t>
                      </a:r>
                    </a:p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 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(Nominal)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781955080"/>
                  </a:ext>
                </a:extLst>
              </a:tr>
              <a:tr h="17100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 dirty="0">
                          <a:effectLst/>
                        </a:rPr>
                        <a:t>8</a:t>
                      </a:r>
                      <a:endParaRPr lang="en-IN" sz="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ai_dependency_score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 Dependency Score (1 to 10)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(Ordinal)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2357826785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9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ai_generated_content_percentage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Percentage of the content generated by AI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3202043808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10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ai_prompts_per_week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Weekly number of AI prompts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(Discrete)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884797028"/>
                  </a:ext>
                </a:extLst>
              </a:tr>
              <a:tr h="18382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11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ai_ethics_score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Score as per AI ethics (1 to 10)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(Ordinal)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4103946222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12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last_exam_score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Percentage of Last Exam Score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3918008677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13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assignment_scores_avg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Average of all Assignment Scores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2476785273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14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attendance_percentage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Percentage of Attendance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4285434101"/>
                  </a:ext>
                </a:extLst>
              </a:tr>
              <a:tr h="19033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15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concept_understanding_score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Score as per Concept Understanding (1 to 10)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(Ordinal)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2980102872"/>
                  </a:ext>
                </a:extLst>
              </a:tr>
              <a:tr h="20749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16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study_consistency_index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Index as per Study Consistency (1.0 to 10.0)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(Discrete)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2537932714"/>
                  </a:ext>
                </a:extLst>
              </a:tr>
              <a:tr h="16676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17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improvement_rate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Index/Rate of Improvement (-20.0 to 0 to 40.0)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(Discrete)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1958525769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18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 err="1">
                          <a:effectLst/>
                        </a:rPr>
                        <a:t>sleep_hours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Daily Average Duration of Sleep (Hrs)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4206625297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19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social_media_hours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Daily Average Duration of Social Media Usage (Hrs)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3434465975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20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tutoring_hours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Daily Average Duration of Attending Tuitions (Hrs)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1249350231"/>
                  </a:ext>
                </a:extLst>
              </a:tr>
              <a:tr h="20635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21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class_participation_score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Score as per Class Participation  (1 to 10)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(Ordinal)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1476988733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22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final_score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Percentage of Final Score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872932220"/>
                  </a:ext>
                </a:extLst>
              </a:tr>
              <a:tr h="20893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23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Passed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Passing Status (Passed, Failed)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(Nominal)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10673794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7952612-0AC3-A535-990F-E10D239EC08B}"/>
              </a:ext>
            </a:extLst>
          </p:cNvPr>
          <p:cNvSpPr txBox="1"/>
          <p:nvPr/>
        </p:nvSpPr>
        <p:spPr>
          <a:xfrm>
            <a:off x="6436894" y="15755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Aharoni" panose="02010803020104030203" pitchFamily="2" charset="-79"/>
                <a:cs typeface="Aharoni" panose="02010803020104030203" pitchFamily="2" charset="-79"/>
              </a:rPr>
              <a:t>DATA SET DESCRIPTION CONTINUED…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07520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9C64-F54D-2795-6D6D-539C6410B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505" y="881454"/>
            <a:ext cx="8610600" cy="1295400"/>
          </a:xfrm>
        </p:spPr>
        <p:txBody>
          <a:bodyPr>
            <a:noAutofit/>
          </a:bodyPr>
          <a:lstStyle/>
          <a:p>
            <a:pPr algn="ctr"/>
            <a:r>
              <a:rPr lang="en-IN" sz="54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CLASSIFICATION </a:t>
            </a:r>
            <a:br>
              <a:rPr lang="en-IN" sz="5400" b="1" u="sng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IN" sz="54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OF </a:t>
            </a:r>
            <a:br>
              <a:rPr lang="en-IN" sz="5400" b="1" u="sng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IN" sz="54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VARIABLES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89B1D1-C94A-93DD-96A0-27D6903017E9}"/>
              </a:ext>
            </a:extLst>
          </p:cNvPr>
          <p:cNvSpPr txBox="1"/>
          <p:nvPr/>
        </p:nvSpPr>
        <p:spPr>
          <a:xfrm>
            <a:off x="978409" y="2486086"/>
            <a:ext cx="100523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+mj-lt"/>
                <a:cs typeface="Aharoni" panose="02010803020104030203" pitchFamily="2" charset="-79"/>
              </a:rPr>
              <a:t>Here the last 2 variables –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 err="1">
                <a:latin typeface="+mj-lt"/>
                <a:cs typeface="Aharoni" panose="02010803020104030203" pitchFamily="2" charset="-79"/>
              </a:rPr>
              <a:t>final_score</a:t>
            </a:r>
            <a:endParaRPr lang="en-IN" sz="2400" b="1" dirty="0">
              <a:latin typeface="+mj-lt"/>
              <a:cs typeface="Aharoni" panose="02010803020104030203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+mj-lt"/>
                <a:cs typeface="Aharoni" panose="02010803020104030203" pitchFamily="2" charset="-79"/>
              </a:rPr>
              <a:t>Passed </a:t>
            </a:r>
          </a:p>
          <a:p>
            <a:r>
              <a:rPr lang="en-IN" sz="2400" b="1" dirty="0">
                <a:latin typeface="+mj-lt"/>
                <a:cs typeface="Aharoni" panose="02010803020104030203" pitchFamily="2" charset="-79"/>
              </a:rPr>
              <a:t>are our responses</a:t>
            </a:r>
            <a:r>
              <a:rPr lang="en-IN" sz="2400" b="1" i="1" dirty="0">
                <a:latin typeface="+mj-lt"/>
                <a:cs typeface="Aharoni" panose="02010803020104030203" pitchFamily="2" charset="-79"/>
              </a:rPr>
              <a:t> </a:t>
            </a:r>
            <a:r>
              <a:rPr lang="en-IN" sz="2400" b="1" dirty="0">
                <a:latin typeface="+mj-lt"/>
                <a:cs typeface="Aharoni" panose="02010803020104030203" pitchFamily="2" charset="-79"/>
              </a:rPr>
              <a:t>and all the other 21 variables are our predictors.</a:t>
            </a:r>
          </a:p>
          <a:p>
            <a:endParaRPr lang="en-IN" sz="2400" b="1" dirty="0">
              <a:latin typeface="+mj-lt"/>
              <a:cs typeface="Aharoni" panose="02010803020104030203" pitchFamily="2" charset="-79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+mj-lt"/>
                <a:cs typeface="Aharoni" panose="02010803020104030203" pitchFamily="2" charset="-79"/>
              </a:rPr>
              <a:t>Here using the same set of predictors we will carry out –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+mj-lt"/>
                <a:cs typeface="Aharoni" panose="02010803020104030203" pitchFamily="2" charset="-79"/>
              </a:rPr>
              <a:t>Logistic Regression using the response : Passed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+mj-lt"/>
                <a:cs typeface="Aharoni" panose="02010803020104030203" pitchFamily="2" charset="-79"/>
              </a:rPr>
              <a:t>Multiple Linear Regression using the response : </a:t>
            </a:r>
            <a:r>
              <a:rPr lang="en-IN" sz="2400" b="1" dirty="0" err="1">
                <a:latin typeface="+mj-lt"/>
                <a:cs typeface="Aharoni" panose="02010803020104030203" pitchFamily="2" charset="-79"/>
              </a:rPr>
              <a:t>final_score</a:t>
            </a:r>
            <a:endParaRPr lang="en-IN" sz="2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IN" sz="2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IN" sz="2400" b="1" dirty="0">
              <a:latin typeface="+mj-lt"/>
              <a:cs typeface="Aharoni" panose="02010803020104030203" pitchFamily="2" charset="-79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CCF0BD-3298-5058-A0D1-8588DFA66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23288"/>
              </p:ext>
            </p:extLst>
          </p:nvPr>
        </p:nvGraphicFramePr>
        <p:xfrm>
          <a:off x="978409" y="5658442"/>
          <a:ext cx="10011029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60805">
                  <a:extLst>
                    <a:ext uri="{9D8B030D-6E8A-4147-A177-3AD203B41FA5}">
                      <a16:colId xmlns:a16="http://schemas.microsoft.com/office/drawing/2014/main" val="353311365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652883602"/>
                    </a:ext>
                  </a:extLst>
                </a:gridCol>
                <a:gridCol w="5175504">
                  <a:extLst>
                    <a:ext uri="{9D8B030D-6E8A-4147-A177-3AD203B41FA5}">
                      <a16:colId xmlns:a16="http://schemas.microsoft.com/office/drawing/2014/main" val="2472823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MULTIPLE LINEAR 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83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Passed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err="1"/>
                        <a:t>final_score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892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39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CDC2B3-20AF-4EFF-DA32-80725872B878}"/>
              </a:ext>
            </a:extLst>
          </p:cNvPr>
          <p:cNvSpPr txBox="1">
            <a:spLocks/>
          </p:cNvSpPr>
          <p:nvPr/>
        </p:nvSpPr>
        <p:spPr>
          <a:xfrm>
            <a:off x="4785872" y="1413597"/>
            <a:ext cx="8610600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GRAPHS</a:t>
            </a:r>
          </a:p>
          <a:p>
            <a:pPr algn="ctr"/>
            <a:endParaRPr lang="en-IN" sz="5400" b="1" u="sng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24378B-E193-B48C-8740-C2800ACC9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55" y="121339"/>
            <a:ext cx="6163598" cy="34155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A7C082-BAB3-79CF-5D86-EE63BBB3E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174" y="3345837"/>
            <a:ext cx="6458712" cy="339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31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EDD127-209F-FE21-7221-73B4631693D6}"/>
              </a:ext>
            </a:extLst>
          </p:cNvPr>
          <p:cNvSpPr txBox="1"/>
          <p:nvPr/>
        </p:nvSpPr>
        <p:spPr>
          <a:xfrm>
            <a:off x="2660904" y="819239"/>
            <a:ext cx="95310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CODING OF CATEGORICAL VARIABLES</a:t>
            </a:r>
            <a:endParaRPr lang="en-IN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0E93C0-5B36-32AD-7578-7A2439247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890972"/>
              </p:ext>
            </p:extLst>
          </p:nvPr>
        </p:nvGraphicFramePr>
        <p:xfrm>
          <a:off x="151699" y="2569972"/>
          <a:ext cx="3356676" cy="731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6677">
                  <a:extLst>
                    <a:ext uri="{9D8B030D-6E8A-4147-A177-3AD203B41FA5}">
                      <a16:colId xmlns:a16="http://schemas.microsoft.com/office/drawing/2014/main" val="476127994"/>
                    </a:ext>
                  </a:extLst>
                </a:gridCol>
                <a:gridCol w="703993">
                  <a:extLst>
                    <a:ext uri="{9D8B030D-6E8A-4147-A177-3AD203B41FA5}">
                      <a16:colId xmlns:a16="http://schemas.microsoft.com/office/drawing/2014/main" val="1262560991"/>
                    </a:ext>
                  </a:extLst>
                </a:gridCol>
                <a:gridCol w="852232">
                  <a:extLst>
                    <a:ext uri="{9D8B030D-6E8A-4147-A177-3AD203B41FA5}">
                      <a16:colId xmlns:a16="http://schemas.microsoft.com/office/drawing/2014/main" val="676751966"/>
                    </a:ext>
                  </a:extLst>
                </a:gridCol>
                <a:gridCol w="963774">
                  <a:extLst>
                    <a:ext uri="{9D8B030D-6E8A-4147-A177-3AD203B41FA5}">
                      <a16:colId xmlns:a16="http://schemas.microsoft.com/office/drawing/2014/main" val="19249124"/>
                    </a:ext>
                  </a:extLst>
                </a:gridCol>
              </a:tblGrid>
              <a:tr h="17697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kern="100">
                          <a:effectLst/>
                        </a:rPr>
                        <a:t>Case No.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kern="100">
                          <a:effectLst/>
                        </a:rPr>
                        <a:t>Case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</a:rPr>
                        <a:t>F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</a:rPr>
                        <a:t>M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6571428"/>
                  </a:ext>
                </a:extLst>
              </a:tr>
              <a:tr h="17697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1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Other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4375790"/>
                  </a:ext>
                </a:extLst>
              </a:tr>
              <a:tr h="17697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Female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0197421"/>
                  </a:ext>
                </a:extLst>
              </a:tr>
              <a:tr h="17697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Male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911541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B716620-BB10-D1E1-E263-4D63D98AA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48" y="1367006"/>
            <a:ext cx="4913312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Gender of a Student:</a:t>
            </a:r>
            <a:endParaRPr lang="en-US" altLang="en-US" sz="1600" b="1" u="sng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gender</a:t>
            </a:r>
            <a:endParaRPr lang="en-US" altLang="en-US" sz="1400" b="1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3 (Female, Male, Other)</a:t>
            </a:r>
            <a:endParaRPr lang="en-US" altLang="en-US" sz="1400" b="1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 gender into 2 variables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altLang="en-US" sz="14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F,M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defined as-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E9B1C5-AC4E-95D5-F62C-770844F80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784111"/>
              </p:ext>
            </p:extLst>
          </p:nvPr>
        </p:nvGraphicFramePr>
        <p:xfrm>
          <a:off x="294894" y="4642458"/>
          <a:ext cx="11007090" cy="1965423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032424">
                  <a:extLst>
                    <a:ext uri="{9D8B030D-6E8A-4147-A177-3AD203B41FA5}">
                      <a16:colId xmlns:a16="http://schemas.microsoft.com/office/drawing/2014/main" val="2100775810"/>
                    </a:ext>
                  </a:extLst>
                </a:gridCol>
                <a:gridCol w="1213920">
                  <a:extLst>
                    <a:ext uri="{9D8B030D-6E8A-4147-A177-3AD203B41FA5}">
                      <a16:colId xmlns:a16="http://schemas.microsoft.com/office/drawing/2014/main" val="2432491099"/>
                    </a:ext>
                  </a:extLst>
                </a:gridCol>
                <a:gridCol w="1729803">
                  <a:extLst>
                    <a:ext uri="{9D8B030D-6E8A-4147-A177-3AD203B41FA5}">
                      <a16:colId xmlns:a16="http://schemas.microsoft.com/office/drawing/2014/main" val="3194624256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1443924643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712153848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527881500"/>
                    </a:ext>
                  </a:extLst>
                </a:gridCol>
                <a:gridCol w="1782287">
                  <a:extLst>
                    <a:ext uri="{9D8B030D-6E8A-4147-A177-3AD203B41FA5}">
                      <a16:colId xmlns:a16="http://schemas.microsoft.com/office/drawing/2014/main" val="2691228042"/>
                    </a:ext>
                  </a:extLst>
                </a:gridCol>
              </a:tblGrid>
              <a:tr h="560523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200" kern="100" dirty="0">
                          <a:effectLst/>
                        </a:rPr>
                        <a:t>Case No.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200" kern="100" dirty="0">
                          <a:effectLst/>
                        </a:rPr>
                        <a:t>Case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200" kern="100" dirty="0">
                          <a:effectLst/>
                        </a:rPr>
                        <a:t>grade_level_11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200" kern="100" dirty="0">
                          <a:effectLst/>
                        </a:rPr>
                        <a:t>grade_level_12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200" kern="100" dirty="0">
                          <a:effectLst/>
                        </a:rPr>
                        <a:t>grade_level_13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200" kern="100" dirty="0">
                          <a:effectLst/>
                        </a:rPr>
                        <a:t>grade_level_14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200" kern="100" dirty="0">
                          <a:effectLst/>
                        </a:rPr>
                        <a:t>grade_level_15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019987"/>
                  </a:ext>
                </a:extLst>
              </a:tr>
              <a:tr h="201384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1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10</a:t>
                      </a:r>
                      <a:r>
                        <a:rPr lang="en-IN" sz="1200" b="1" kern="100" baseline="30000" dirty="0">
                          <a:effectLst/>
                        </a:rPr>
                        <a:t>th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0355501"/>
                  </a:ext>
                </a:extLst>
              </a:tr>
              <a:tr h="201384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11</a:t>
                      </a:r>
                      <a:r>
                        <a:rPr lang="en-IN" sz="1200" b="1" kern="100" baseline="30000" dirty="0">
                          <a:effectLst/>
                        </a:rPr>
                        <a:t>th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0058724"/>
                  </a:ext>
                </a:extLst>
              </a:tr>
              <a:tr h="201384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12</a:t>
                      </a:r>
                      <a:r>
                        <a:rPr lang="en-IN" sz="1200" b="1" kern="100" baseline="30000" dirty="0">
                          <a:effectLst/>
                        </a:rPr>
                        <a:t>th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933229"/>
                  </a:ext>
                </a:extLst>
              </a:tr>
              <a:tr h="266916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r>
                        <a:rPr lang="en-IN" sz="1200" b="1" kern="100" baseline="30000" dirty="0">
                          <a:effectLst/>
                        </a:rPr>
                        <a:t>st</a:t>
                      </a:r>
                      <a:r>
                        <a:rPr lang="en-IN" sz="1200" b="1" kern="100" dirty="0">
                          <a:effectLst/>
                        </a:rPr>
                        <a:t> year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0661676"/>
                  </a:ext>
                </a:extLst>
              </a:tr>
              <a:tr h="266916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2</a:t>
                      </a:r>
                      <a:r>
                        <a:rPr lang="en-IN" sz="1200" b="1" kern="100" baseline="30000" dirty="0">
                          <a:effectLst/>
                        </a:rPr>
                        <a:t>nd</a:t>
                      </a:r>
                      <a:r>
                        <a:rPr lang="en-IN" sz="1200" b="1" kern="100" dirty="0">
                          <a:effectLst/>
                        </a:rPr>
                        <a:t> year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8107953"/>
                  </a:ext>
                </a:extLst>
              </a:tr>
              <a:tr h="266916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6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3</a:t>
                      </a:r>
                      <a:r>
                        <a:rPr lang="en-IN" sz="1200" b="1" kern="100" baseline="30000" dirty="0">
                          <a:effectLst/>
                        </a:rPr>
                        <a:t>rd</a:t>
                      </a:r>
                      <a:r>
                        <a:rPr lang="en-IN" sz="1200" b="1" kern="100" dirty="0">
                          <a:effectLst/>
                        </a:rPr>
                        <a:t> year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5904459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63C0D1E4-EDC6-8D9A-F2BD-193F0F638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48" y="3360843"/>
            <a:ext cx="887692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 Level of Grade: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grade_level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6 (10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11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12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1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year, 2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nd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year, 3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rd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year)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grade_level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into 5 variables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(grade_level_11, grade_level_12, grade_level_13, grade_level_14, grade_level_15) defined as-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8C6E048-A1D3-ABEB-1F5B-E58760436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583927"/>
              </p:ext>
            </p:extLst>
          </p:nvPr>
        </p:nvGraphicFramePr>
        <p:xfrm>
          <a:off x="4573585" y="2627430"/>
          <a:ext cx="7161216" cy="1619225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43266">
                  <a:extLst>
                    <a:ext uri="{9D8B030D-6E8A-4147-A177-3AD203B41FA5}">
                      <a16:colId xmlns:a16="http://schemas.microsoft.com/office/drawing/2014/main" val="1441641927"/>
                    </a:ext>
                  </a:extLst>
                </a:gridCol>
                <a:gridCol w="1333661">
                  <a:extLst>
                    <a:ext uri="{9D8B030D-6E8A-4147-A177-3AD203B41FA5}">
                      <a16:colId xmlns:a16="http://schemas.microsoft.com/office/drawing/2014/main" val="406314177"/>
                    </a:ext>
                  </a:extLst>
                </a:gridCol>
                <a:gridCol w="877798">
                  <a:extLst>
                    <a:ext uri="{9D8B030D-6E8A-4147-A177-3AD203B41FA5}">
                      <a16:colId xmlns:a16="http://schemas.microsoft.com/office/drawing/2014/main" val="797844898"/>
                    </a:ext>
                  </a:extLst>
                </a:gridCol>
                <a:gridCol w="985006">
                  <a:extLst>
                    <a:ext uri="{9D8B030D-6E8A-4147-A177-3AD203B41FA5}">
                      <a16:colId xmlns:a16="http://schemas.microsoft.com/office/drawing/2014/main" val="1853604663"/>
                    </a:ext>
                  </a:extLst>
                </a:gridCol>
                <a:gridCol w="939892">
                  <a:extLst>
                    <a:ext uri="{9D8B030D-6E8A-4147-A177-3AD203B41FA5}">
                      <a16:colId xmlns:a16="http://schemas.microsoft.com/office/drawing/2014/main" val="3949118320"/>
                    </a:ext>
                  </a:extLst>
                </a:gridCol>
                <a:gridCol w="924854">
                  <a:extLst>
                    <a:ext uri="{9D8B030D-6E8A-4147-A177-3AD203B41FA5}">
                      <a16:colId xmlns:a16="http://schemas.microsoft.com/office/drawing/2014/main" val="879067998"/>
                    </a:ext>
                  </a:extLst>
                </a:gridCol>
                <a:gridCol w="1056739">
                  <a:extLst>
                    <a:ext uri="{9D8B030D-6E8A-4147-A177-3AD203B41FA5}">
                      <a16:colId xmlns:a16="http://schemas.microsoft.com/office/drawing/2014/main" val="3568611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Case No.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Case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ai_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tool_1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ai_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tool_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2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ai_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tool_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3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ai_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tool_4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ai_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tool_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5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extLst>
                  <a:ext uri="{0D108BD9-81ED-4DB2-BD59-A6C34878D82A}">
                    <a16:rowId xmlns:a16="http://schemas.microsoft.com/office/drawing/2014/main" val="2536792561"/>
                  </a:ext>
                </a:extLst>
              </a:tr>
              <a:tr h="167052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>
                          <a:effectLst/>
                        </a:rPr>
                        <a:t>1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ChatGPT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0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0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extLst>
                  <a:ext uri="{0D108BD9-81ED-4DB2-BD59-A6C34878D82A}">
                    <a16:rowId xmlns:a16="http://schemas.microsoft.com/office/drawing/2014/main" val="1807627443"/>
                  </a:ext>
                </a:extLst>
              </a:tr>
              <a:tr h="62659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>
                          <a:effectLst/>
                        </a:rPr>
                        <a:t>2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ChatGPT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+Gemini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1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0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0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extLst>
                  <a:ext uri="{0D108BD9-81ED-4DB2-BD59-A6C34878D82A}">
                    <a16:rowId xmlns:a16="http://schemas.microsoft.com/office/drawing/2014/main" val="175824718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>
                          <a:effectLst/>
                        </a:rPr>
                        <a:t>3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Claude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0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extLst>
                  <a:ext uri="{0D108BD9-81ED-4DB2-BD59-A6C34878D82A}">
                    <a16:rowId xmlns:a16="http://schemas.microsoft.com/office/drawing/2014/main" val="3426993796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>
                          <a:effectLst/>
                        </a:rPr>
                        <a:t>4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Copilot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1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0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extLst>
                  <a:ext uri="{0D108BD9-81ED-4DB2-BD59-A6C34878D82A}">
                    <a16:rowId xmlns:a16="http://schemas.microsoft.com/office/drawing/2014/main" val="2526524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>
                          <a:effectLst/>
                        </a:rPr>
                        <a:t>5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Gemini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extLst>
                  <a:ext uri="{0D108BD9-81ED-4DB2-BD59-A6C34878D82A}">
                    <a16:rowId xmlns:a16="http://schemas.microsoft.com/office/drawing/2014/main" val="1119333040"/>
                  </a:ext>
                </a:extLst>
              </a:tr>
              <a:tr h="190301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>
                          <a:effectLst/>
                        </a:rPr>
                        <a:t>6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None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1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1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1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1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1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extLst>
                  <a:ext uri="{0D108BD9-81ED-4DB2-BD59-A6C34878D82A}">
                    <a16:rowId xmlns:a16="http://schemas.microsoft.com/office/drawing/2014/main" val="2696156345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93563572-2540-0DA6-380F-857AD7078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344" y="1362188"/>
            <a:ext cx="759358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AI tools used: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ai_tools_used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6 (ChatGPT,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ChatGPT+Gemini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Claude, Copilot, Gemini, None)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grade_level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into 5 variables (ai_tool_1, ai_tool_2, ai_tool_3, ai_tool_4, ai_tool_5) defined as-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461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8BC84C-9221-09F4-E4F6-B7D43BB8F25E}"/>
              </a:ext>
            </a:extLst>
          </p:cNvPr>
          <p:cNvSpPr txBox="1"/>
          <p:nvPr/>
        </p:nvSpPr>
        <p:spPr>
          <a:xfrm>
            <a:off x="5449342" y="32215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Aharoni" panose="02010803020104030203" pitchFamily="2" charset="-79"/>
                <a:cs typeface="Aharoni" panose="02010803020104030203" pitchFamily="2" charset="-79"/>
              </a:rPr>
              <a:t>CODING OF CATEGORICAL VARIABLES CONTINUED…</a:t>
            </a: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EDD419-BF20-F77A-6D4A-2A425E37C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380135"/>
              </p:ext>
            </p:extLst>
          </p:nvPr>
        </p:nvGraphicFramePr>
        <p:xfrm>
          <a:off x="4093178" y="1682387"/>
          <a:ext cx="7248732" cy="12886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3430">
                  <a:extLst>
                    <a:ext uri="{9D8B030D-6E8A-4147-A177-3AD203B41FA5}">
                      <a16:colId xmlns:a16="http://schemas.microsoft.com/office/drawing/2014/main" val="1917448437"/>
                    </a:ext>
                  </a:extLst>
                </a:gridCol>
                <a:gridCol w="1222408">
                  <a:extLst>
                    <a:ext uri="{9D8B030D-6E8A-4147-A177-3AD203B41FA5}">
                      <a16:colId xmlns:a16="http://schemas.microsoft.com/office/drawing/2014/main" val="4218388340"/>
                    </a:ext>
                  </a:extLst>
                </a:gridCol>
                <a:gridCol w="933650">
                  <a:extLst>
                    <a:ext uri="{9D8B030D-6E8A-4147-A177-3AD203B41FA5}">
                      <a16:colId xmlns:a16="http://schemas.microsoft.com/office/drawing/2014/main" val="687386324"/>
                    </a:ext>
                  </a:extLst>
                </a:gridCol>
                <a:gridCol w="1135726">
                  <a:extLst>
                    <a:ext uri="{9D8B030D-6E8A-4147-A177-3AD203B41FA5}">
                      <a16:colId xmlns:a16="http://schemas.microsoft.com/office/drawing/2014/main" val="3586456991"/>
                    </a:ext>
                  </a:extLst>
                </a:gridCol>
                <a:gridCol w="1203158">
                  <a:extLst>
                    <a:ext uri="{9D8B030D-6E8A-4147-A177-3AD203B41FA5}">
                      <a16:colId xmlns:a16="http://schemas.microsoft.com/office/drawing/2014/main" val="3024370612"/>
                    </a:ext>
                  </a:extLst>
                </a:gridCol>
                <a:gridCol w="779646">
                  <a:extLst>
                    <a:ext uri="{9D8B030D-6E8A-4147-A177-3AD203B41FA5}">
                      <a16:colId xmlns:a16="http://schemas.microsoft.com/office/drawing/2014/main" val="1759842225"/>
                    </a:ext>
                  </a:extLst>
                </a:gridCol>
                <a:gridCol w="850714">
                  <a:extLst>
                    <a:ext uri="{9D8B030D-6E8A-4147-A177-3AD203B41FA5}">
                      <a16:colId xmlns:a16="http://schemas.microsoft.com/office/drawing/2014/main" val="282634315"/>
                    </a:ext>
                  </a:extLst>
                </a:gridCol>
              </a:tblGrid>
              <a:tr h="227991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Case No.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Case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Code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Doubt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Exam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HW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Note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extLst>
                  <a:ext uri="{0D108BD9-81ED-4DB2-BD59-A6C34878D82A}">
                    <a16:rowId xmlns:a16="http://schemas.microsoft.com/office/drawing/2014/main" val="438791547"/>
                  </a:ext>
                </a:extLst>
              </a:tr>
              <a:tr h="142443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1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None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0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0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0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extLst>
                  <a:ext uri="{0D108BD9-81ED-4DB2-BD59-A6C34878D82A}">
                    <a16:rowId xmlns:a16="http://schemas.microsoft.com/office/drawing/2014/main" val="2021387845"/>
                  </a:ext>
                </a:extLst>
              </a:tr>
              <a:tr h="155939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2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Coding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0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extLst>
                  <a:ext uri="{0D108BD9-81ED-4DB2-BD59-A6C34878D82A}">
                    <a16:rowId xmlns:a16="http://schemas.microsoft.com/office/drawing/2014/main" val="1588842817"/>
                  </a:ext>
                </a:extLst>
              </a:tr>
              <a:tr h="163630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3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Doubt Solving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0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0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extLst>
                  <a:ext uri="{0D108BD9-81ED-4DB2-BD59-A6C34878D82A}">
                    <a16:rowId xmlns:a16="http://schemas.microsoft.com/office/drawing/2014/main" val="916332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4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Exam Prep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0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extLst>
                  <a:ext uri="{0D108BD9-81ED-4DB2-BD59-A6C34878D82A}">
                    <a16:rowId xmlns:a16="http://schemas.microsoft.com/office/drawing/2014/main" val="918508771"/>
                  </a:ext>
                </a:extLst>
              </a:tr>
              <a:tr h="125128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5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900" b="1" kern="100">
                          <a:effectLst/>
                        </a:rPr>
                        <a:t>Homework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extLst>
                  <a:ext uri="{0D108BD9-81ED-4DB2-BD59-A6C34878D82A}">
                    <a16:rowId xmlns:a16="http://schemas.microsoft.com/office/drawing/2014/main" val="4052262764"/>
                  </a:ext>
                </a:extLst>
              </a:tr>
              <a:tr h="213665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6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     Notes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1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extLst>
                  <a:ext uri="{0D108BD9-81ED-4DB2-BD59-A6C34878D82A}">
                    <a16:rowId xmlns:a16="http://schemas.microsoft.com/office/drawing/2014/main" val="322944951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71067BCC-FF5F-5EEB-C05C-D8F776088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0533" y="697502"/>
            <a:ext cx="7921377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 AI Usage Purpose: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ai_usage_purpose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6 (Coding, Doubt Solving, Exam Prep, Homework, None, Notes)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just" defTabSz="914400"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</a:t>
            </a:r>
            <a:r>
              <a:rPr lang="en-US" altLang="en-US" sz="14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400" b="1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ai_usage_purpose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into 5 variables (Code, Doubt, Exam, HW, Note) defined as-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0376AA-F455-31AE-5044-B93D28C5A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862961"/>
              </p:ext>
            </p:extLst>
          </p:nvPr>
        </p:nvGraphicFramePr>
        <p:xfrm>
          <a:off x="302169" y="3866436"/>
          <a:ext cx="11587661" cy="2618353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44031">
                  <a:extLst>
                    <a:ext uri="{9D8B030D-6E8A-4147-A177-3AD203B41FA5}">
                      <a16:colId xmlns:a16="http://schemas.microsoft.com/office/drawing/2014/main" val="188441703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576591007"/>
                    </a:ext>
                  </a:extLst>
                </a:gridCol>
                <a:gridCol w="1109335">
                  <a:extLst>
                    <a:ext uri="{9D8B030D-6E8A-4147-A177-3AD203B41FA5}">
                      <a16:colId xmlns:a16="http://schemas.microsoft.com/office/drawing/2014/main" val="416081706"/>
                    </a:ext>
                  </a:extLst>
                </a:gridCol>
                <a:gridCol w="1016243">
                  <a:extLst>
                    <a:ext uri="{9D8B030D-6E8A-4147-A177-3AD203B41FA5}">
                      <a16:colId xmlns:a16="http://schemas.microsoft.com/office/drawing/2014/main" val="791829787"/>
                    </a:ext>
                  </a:extLst>
                </a:gridCol>
                <a:gridCol w="1016243">
                  <a:extLst>
                    <a:ext uri="{9D8B030D-6E8A-4147-A177-3AD203B41FA5}">
                      <a16:colId xmlns:a16="http://schemas.microsoft.com/office/drawing/2014/main" val="2832744377"/>
                    </a:ext>
                  </a:extLst>
                </a:gridCol>
                <a:gridCol w="1016243">
                  <a:extLst>
                    <a:ext uri="{9D8B030D-6E8A-4147-A177-3AD203B41FA5}">
                      <a16:colId xmlns:a16="http://schemas.microsoft.com/office/drawing/2014/main" val="1249667607"/>
                    </a:ext>
                  </a:extLst>
                </a:gridCol>
                <a:gridCol w="1016243">
                  <a:extLst>
                    <a:ext uri="{9D8B030D-6E8A-4147-A177-3AD203B41FA5}">
                      <a16:colId xmlns:a16="http://schemas.microsoft.com/office/drawing/2014/main" val="156739418"/>
                    </a:ext>
                  </a:extLst>
                </a:gridCol>
                <a:gridCol w="1016243">
                  <a:extLst>
                    <a:ext uri="{9D8B030D-6E8A-4147-A177-3AD203B41FA5}">
                      <a16:colId xmlns:a16="http://schemas.microsoft.com/office/drawing/2014/main" val="1341932811"/>
                    </a:ext>
                  </a:extLst>
                </a:gridCol>
                <a:gridCol w="1158517">
                  <a:extLst>
                    <a:ext uri="{9D8B030D-6E8A-4147-A177-3AD203B41FA5}">
                      <a16:colId xmlns:a16="http://schemas.microsoft.com/office/drawing/2014/main" val="776677597"/>
                    </a:ext>
                  </a:extLst>
                </a:gridCol>
                <a:gridCol w="1024466">
                  <a:extLst>
                    <a:ext uri="{9D8B030D-6E8A-4147-A177-3AD203B41FA5}">
                      <a16:colId xmlns:a16="http://schemas.microsoft.com/office/drawing/2014/main" val="3086257810"/>
                    </a:ext>
                  </a:extLst>
                </a:gridCol>
                <a:gridCol w="1001697">
                  <a:extLst>
                    <a:ext uri="{9D8B030D-6E8A-4147-A177-3AD203B41FA5}">
                      <a16:colId xmlns:a16="http://schemas.microsoft.com/office/drawing/2014/main" val="1177986988"/>
                    </a:ext>
                  </a:extLst>
                </a:gridCol>
              </a:tblGrid>
              <a:tr h="411882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Case No.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Scores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</a:t>
                      </a:r>
                    </a:p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2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AIDS3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AIDS4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AIDS5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AIDS6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AIDS7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</a:t>
                      </a:r>
                    </a:p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8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</a:t>
                      </a:r>
                    </a:p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9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AIDS10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9446252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1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2994828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1709997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561620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5019274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9520873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6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6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0802888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7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4886403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8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122733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9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6631237"/>
                  </a:ext>
                </a:extLst>
              </a:tr>
              <a:tr h="238963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945355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6344D179-95E4-CB92-996C-C6DAB6179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34" y="2577758"/>
            <a:ext cx="124650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5. AI Dependency Score: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ai_dependency_score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10 (1 to 10)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just" defTabSz="914400"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 </a:t>
            </a:r>
            <a:r>
              <a:rPr lang="en-US" altLang="en-US" sz="1400" b="1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ai_dependency_score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into 9 variables 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(AIDS2, AIDS3, AIDS4, AIDS5, AIDS6, AIDS7, AIDS8, AIDS9, AIDS10) defined as-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590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0F56BF-BE05-9F4B-FDB7-9D6E43E84C15}"/>
              </a:ext>
            </a:extLst>
          </p:cNvPr>
          <p:cNvSpPr txBox="1"/>
          <p:nvPr/>
        </p:nvSpPr>
        <p:spPr>
          <a:xfrm>
            <a:off x="5593275" y="25441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Aharoni" panose="02010803020104030203" pitchFamily="2" charset="-79"/>
                <a:cs typeface="Aharoni" panose="02010803020104030203" pitchFamily="2" charset="-79"/>
              </a:rPr>
              <a:t>CODING OF CATEGORICAL VARIABLES CONTINUED…</a:t>
            </a:r>
            <a:endParaRPr lang="en-IN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F51825-32C5-8E53-6039-63AEAAA8D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77411"/>
              </p:ext>
            </p:extLst>
          </p:nvPr>
        </p:nvGraphicFramePr>
        <p:xfrm>
          <a:off x="126667" y="1249506"/>
          <a:ext cx="11895667" cy="2256421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193800">
                  <a:extLst>
                    <a:ext uri="{9D8B030D-6E8A-4147-A177-3AD203B41FA5}">
                      <a16:colId xmlns:a16="http://schemas.microsoft.com/office/drawing/2014/main" val="2034800480"/>
                    </a:ext>
                  </a:extLst>
                </a:gridCol>
                <a:gridCol w="1127522">
                  <a:extLst>
                    <a:ext uri="{9D8B030D-6E8A-4147-A177-3AD203B41FA5}">
                      <a16:colId xmlns:a16="http://schemas.microsoft.com/office/drawing/2014/main" val="742749059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4184152916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3822198447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512353143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99185642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3084339140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663631718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2030684155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3464537040"/>
                    </a:ext>
                  </a:extLst>
                </a:gridCol>
                <a:gridCol w="1388689">
                  <a:extLst>
                    <a:ext uri="{9D8B030D-6E8A-4147-A177-3AD203B41FA5}">
                      <a16:colId xmlns:a16="http://schemas.microsoft.com/office/drawing/2014/main" val="125687446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Case No.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Scores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AIES2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AIES6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AIES7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AIES8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AIES9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AIES10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2563187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1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649166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4274333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9124896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589957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89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6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4253466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7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2392354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8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5528748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9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8403775"/>
                  </a:ext>
                </a:extLst>
              </a:tr>
              <a:tr h="204101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4547965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0384C3A2-FFD1-3267-4CD8-05C689773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67" y="284411"/>
            <a:ext cx="1065106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6. Score as per AI ethics: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ai_ethics_score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10 (1 to 10)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 </a:t>
            </a:r>
            <a:r>
              <a:rPr lang="en-US" altLang="en-US" sz="1400" b="1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ai_ethics_score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into 9 variables </a:t>
            </a:r>
            <a:r>
              <a:rPr lang="en-US" altLang="en-US" sz="14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(AIES2, AIES3, AIES4, AIES5, AIES6, AIES7, AIES8, AIES9, AIES10) defined as-</a:t>
            </a:r>
            <a:endParaRPr lang="en-US" altLang="en-US" sz="14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452756-F2D3-8565-3F35-B0AF32816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395799"/>
              </p:ext>
            </p:extLst>
          </p:nvPr>
        </p:nvGraphicFramePr>
        <p:xfrm>
          <a:off x="220133" y="4694484"/>
          <a:ext cx="11845199" cy="20493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6505">
                  <a:extLst>
                    <a:ext uri="{9D8B030D-6E8A-4147-A177-3AD203B41FA5}">
                      <a16:colId xmlns:a16="http://schemas.microsoft.com/office/drawing/2014/main" val="469460259"/>
                    </a:ext>
                  </a:extLst>
                </a:gridCol>
                <a:gridCol w="1173055">
                  <a:extLst>
                    <a:ext uri="{9D8B030D-6E8A-4147-A177-3AD203B41FA5}">
                      <a16:colId xmlns:a16="http://schemas.microsoft.com/office/drawing/2014/main" val="3841763897"/>
                    </a:ext>
                  </a:extLst>
                </a:gridCol>
                <a:gridCol w="1136033">
                  <a:extLst>
                    <a:ext uri="{9D8B030D-6E8A-4147-A177-3AD203B41FA5}">
                      <a16:colId xmlns:a16="http://schemas.microsoft.com/office/drawing/2014/main" val="924901709"/>
                    </a:ext>
                  </a:extLst>
                </a:gridCol>
                <a:gridCol w="1038829">
                  <a:extLst>
                    <a:ext uri="{9D8B030D-6E8A-4147-A177-3AD203B41FA5}">
                      <a16:colId xmlns:a16="http://schemas.microsoft.com/office/drawing/2014/main" val="1159197752"/>
                    </a:ext>
                  </a:extLst>
                </a:gridCol>
                <a:gridCol w="1038829">
                  <a:extLst>
                    <a:ext uri="{9D8B030D-6E8A-4147-A177-3AD203B41FA5}">
                      <a16:colId xmlns:a16="http://schemas.microsoft.com/office/drawing/2014/main" val="1085517239"/>
                    </a:ext>
                  </a:extLst>
                </a:gridCol>
                <a:gridCol w="1038829">
                  <a:extLst>
                    <a:ext uri="{9D8B030D-6E8A-4147-A177-3AD203B41FA5}">
                      <a16:colId xmlns:a16="http://schemas.microsoft.com/office/drawing/2014/main" val="3033334522"/>
                    </a:ext>
                  </a:extLst>
                </a:gridCol>
                <a:gridCol w="1038829">
                  <a:extLst>
                    <a:ext uri="{9D8B030D-6E8A-4147-A177-3AD203B41FA5}">
                      <a16:colId xmlns:a16="http://schemas.microsoft.com/office/drawing/2014/main" val="2380595796"/>
                    </a:ext>
                  </a:extLst>
                </a:gridCol>
                <a:gridCol w="1038829">
                  <a:extLst>
                    <a:ext uri="{9D8B030D-6E8A-4147-A177-3AD203B41FA5}">
                      <a16:colId xmlns:a16="http://schemas.microsoft.com/office/drawing/2014/main" val="1617413043"/>
                    </a:ext>
                  </a:extLst>
                </a:gridCol>
                <a:gridCol w="1038829">
                  <a:extLst>
                    <a:ext uri="{9D8B030D-6E8A-4147-A177-3AD203B41FA5}">
                      <a16:colId xmlns:a16="http://schemas.microsoft.com/office/drawing/2014/main" val="972001114"/>
                    </a:ext>
                  </a:extLst>
                </a:gridCol>
                <a:gridCol w="1062871">
                  <a:extLst>
                    <a:ext uri="{9D8B030D-6E8A-4147-A177-3AD203B41FA5}">
                      <a16:colId xmlns:a16="http://schemas.microsoft.com/office/drawing/2014/main" val="3882214399"/>
                    </a:ext>
                  </a:extLst>
                </a:gridCol>
                <a:gridCol w="1153761">
                  <a:extLst>
                    <a:ext uri="{9D8B030D-6E8A-4147-A177-3AD203B41FA5}">
                      <a16:colId xmlns:a16="http://schemas.microsoft.com/office/drawing/2014/main" val="3305354235"/>
                    </a:ext>
                  </a:extLst>
                </a:gridCol>
              </a:tblGrid>
              <a:tr h="220593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Case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Scores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CUS2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CUS6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CUS7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CUS8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CUS9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CUS10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355606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1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3400137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7281984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0264116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6286462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5878697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6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3389320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7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1961707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8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1168979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9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0811745"/>
                  </a:ext>
                </a:extLst>
              </a:tr>
              <a:tr h="147135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3258332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51094A8A-62A8-30F4-F6E8-00985DF8D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67" y="3494155"/>
            <a:ext cx="2134513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7. Score as per Concept Understanding: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concept_understanding_score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10 (1 to 10)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concept_understanding_score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into 9 variables 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(CUS2, CUS3, CUS4, CUS5, CUS6, CUS7, CUS8, CUS9, CUS10) defined as-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77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5EF1EC-65C2-3945-80F6-3468E6AE1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584037"/>
              </p:ext>
            </p:extLst>
          </p:nvPr>
        </p:nvGraphicFramePr>
        <p:xfrm>
          <a:off x="323834" y="2074964"/>
          <a:ext cx="11616813" cy="2011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5048">
                  <a:extLst>
                    <a:ext uri="{9D8B030D-6E8A-4147-A177-3AD203B41FA5}">
                      <a16:colId xmlns:a16="http://schemas.microsoft.com/office/drawing/2014/main" val="1102173840"/>
                    </a:ext>
                  </a:extLst>
                </a:gridCol>
                <a:gridCol w="1118235">
                  <a:extLst>
                    <a:ext uri="{9D8B030D-6E8A-4147-A177-3AD203B41FA5}">
                      <a16:colId xmlns:a16="http://schemas.microsoft.com/office/drawing/2014/main" val="435038325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962383930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2448614438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4189411393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650292583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271496382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2166607408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3930952508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3336939578"/>
                    </a:ext>
                  </a:extLst>
                </a:gridCol>
                <a:gridCol w="1177194">
                  <a:extLst>
                    <a:ext uri="{9D8B030D-6E8A-4147-A177-3AD203B41FA5}">
                      <a16:colId xmlns:a16="http://schemas.microsoft.com/office/drawing/2014/main" val="24527383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Case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Scores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CPS2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CPS6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CPS7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CPS8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CPS9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CPS10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0041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1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4690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2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071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3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9389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5189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0697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6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55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7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9932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8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7968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9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6864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682151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E415083E-A872-51BF-B583-F7135E5A9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566" y="741654"/>
            <a:ext cx="697550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u="sng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Score as per Class Participation: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class_participation_score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10 (1 to 10)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class_participation_score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into 9 variables 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(CPS2, CPS3, CPS4, CPS5, CPS6, CPS7, CPS8, CPS9, CPS10) defined as-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5891C-0371-501E-0196-2EAADEB335C9}"/>
              </a:ext>
            </a:extLst>
          </p:cNvPr>
          <p:cNvSpPr txBox="1"/>
          <p:nvPr/>
        </p:nvSpPr>
        <p:spPr>
          <a:xfrm>
            <a:off x="5449342" y="32215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Aharoni" panose="02010803020104030203" pitchFamily="2" charset="-79"/>
                <a:cs typeface="Aharoni" panose="02010803020104030203" pitchFamily="2" charset="-79"/>
              </a:rPr>
              <a:t>CODING OF CATEGORICAL VARIABLES CONTINUED…</a:t>
            </a:r>
            <a:endParaRPr lang="en-IN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B08150-4A3A-BF91-2413-7BA600682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511482"/>
              </p:ext>
            </p:extLst>
          </p:nvPr>
        </p:nvGraphicFramePr>
        <p:xfrm>
          <a:off x="3646972" y="5419954"/>
          <a:ext cx="4388237" cy="752246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35309">
                  <a:extLst>
                    <a:ext uri="{9D8B030D-6E8A-4147-A177-3AD203B41FA5}">
                      <a16:colId xmlns:a16="http://schemas.microsoft.com/office/drawing/2014/main" val="37779859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1700480703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159429258"/>
                    </a:ext>
                  </a:extLst>
                </a:gridCol>
              </a:tblGrid>
              <a:tr h="27103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Case No.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Case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passed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7934654"/>
                  </a:ext>
                </a:extLst>
              </a:tr>
              <a:tr h="25183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1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Failed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6646788"/>
                  </a:ext>
                </a:extLst>
              </a:tr>
              <a:tr h="22937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2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Passed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6543757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77F61754-5D03-AAFA-A3B9-E0A2DA9ED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901" y="4368578"/>
            <a:ext cx="361067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9. Passing Status: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passed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2 (Passes, Failed)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909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A895D3-FF5E-FD57-1A80-F82638215A7E}"/>
              </a:ext>
            </a:extLst>
          </p:cNvPr>
          <p:cNvSpPr txBox="1"/>
          <p:nvPr/>
        </p:nvSpPr>
        <p:spPr>
          <a:xfrm>
            <a:off x="1124231" y="397171"/>
            <a:ext cx="131314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TRAIN-TEST SPLIT</a:t>
            </a:r>
          </a:p>
          <a:p>
            <a:pPr algn="ctr"/>
            <a:endParaRPr lang="en-IN" sz="4000" b="1" u="sng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3F82AAF-37A5-36EC-D8F0-FB2AC2990C0C}"/>
              </a:ext>
            </a:extLst>
          </p:cNvPr>
          <p:cNvSpPr txBox="1">
            <a:spLocks/>
          </p:cNvSpPr>
          <p:nvPr/>
        </p:nvSpPr>
        <p:spPr>
          <a:xfrm>
            <a:off x="146304" y="1545336"/>
            <a:ext cx="11960352" cy="4024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/>
              <a:t>The concerned raw dataset has n=8000 observations on p=23 variables corresponding to n=8000 students.</a:t>
            </a:r>
          </a:p>
          <a:p>
            <a:pPr marL="0" indent="0">
              <a:buNone/>
            </a:pPr>
            <a:endParaRPr lang="en-IN" sz="3200" b="1" dirty="0"/>
          </a:p>
          <a:p>
            <a:r>
              <a:rPr lang="en-IN" sz="3200" b="1" dirty="0"/>
              <a:t>We have randomly split the dataset of n=8000 rows into Training data set and Test data set in the ratio of 80:20.</a:t>
            </a:r>
          </a:p>
          <a:p>
            <a:pPr marL="0" indent="0">
              <a:buNone/>
            </a:pPr>
            <a:endParaRPr lang="en-IN" sz="3200" b="1" dirty="0"/>
          </a:p>
          <a:p>
            <a:r>
              <a:rPr lang="en-IN" sz="3200" b="1" dirty="0"/>
              <a:t>Thus the Training data size is 6400,</a:t>
            </a:r>
          </a:p>
          <a:p>
            <a:pPr marL="0" indent="0">
              <a:buNone/>
            </a:pPr>
            <a:r>
              <a:rPr lang="en-IN" sz="3200" b="1" dirty="0"/>
              <a:t>and the Test data size is 1600.</a:t>
            </a:r>
          </a:p>
          <a:p>
            <a:endParaRPr lang="en-IN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6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7CEF28-AEFE-CDB1-7D09-FD7E9BE8AD03}"/>
              </a:ext>
            </a:extLst>
          </p:cNvPr>
          <p:cNvSpPr txBox="1"/>
          <p:nvPr/>
        </p:nvSpPr>
        <p:spPr>
          <a:xfrm>
            <a:off x="-119353" y="104562"/>
            <a:ext cx="131314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MULTIPLE LINEAR REGRESSION SUMMARY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8C90DD-5436-1351-DA6F-6B93421EC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935446"/>
              </p:ext>
            </p:extLst>
          </p:nvPr>
        </p:nvGraphicFramePr>
        <p:xfrm>
          <a:off x="203200" y="812449"/>
          <a:ext cx="5611208" cy="5867472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45336294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85042942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4615978"/>
                    </a:ext>
                  </a:extLst>
                </a:gridCol>
                <a:gridCol w="1369408">
                  <a:extLst>
                    <a:ext uri="{9D8B030D-6E8A-4147-A177-3AD203B41FA5}">
                      <a16:colId xmlns:a16="http://schemas.microsoft.com/office/drawing/2014/main" val="2370501408"/>
                    </a:ext>
                  </a:extLst>
                </a:gridCol>
              </a:tblGrid>
              <a:tr h="157516">
                <a:tc gridSpan="2"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700" kern="100">
                          <a:effectLst/>
                        </a:rPr>
                        <a:t>MEANING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kern="100">
                          <a:effectLst/>
                        </a:rPr>
                        <a:t>VARIABLE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kern="100">
                          <a:effectLst/>
                        </a:rPr>
                        <a:t>COEFFICIENT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77640399"/>
                  </a:ext>
                </a:extLst>
              </a:tr>
              <a:tr h="157516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(INTERCEPT)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(INTERCEPT)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7.149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974922149"/>
                  </a:ext>
                </a:extLst>
              </a:tr>
              <a:tr h="157516">
                <a:tc rowSpan="2"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kern="100">
                          <a:effectLst/>
                        </a:rPr>
                        <a:t>Gender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Female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F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-0.209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584315522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Male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M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-0.0004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217161919"/>
                  </a:ext>
                </a:extLst>
              </a:tr>
              <a:tr h="157516">
                <a:tc rowSpan="5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kern="100" dirty="0">
                          <a:effectLst/>
                        </a:rPr>
                        <a:t>Level of Grade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11</a:t>
                      </a:r>
                      <a:r>
                        <a:rPr lang="en-IN" sz="700" b="1" kern="100" baseline="30000" dirty="0">
                          <a:effectLst/>
                        </a:rPr>
                        <a:t>th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grade_level_11 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0.331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355675853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12</a:t>
                      </a:r>
                      <a:r>
                        <a:rPr lang="en-IN" sz="700" b="1" kern="100" baseline="30000" dirty="0">
                          <a:effectLst/>
                        </a:rPr>
                        <a:t>th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grade_level_12 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-0.293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087700604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1</a:t>
                      </a:r>
                      <a:r>
                        <a:rPr lang="en-IN" sz="700" b="1" kern="100" baseline="30000" dirty="0">
                          <a:effectLst/>
                        </a:rPr>
                        <a:t>st</a:t>
                      </a:r>
                      <a:r>
                        <a:rPr lang="en-IN" sz="700" b="1" kern="100" dirty="0">
                          <a:effectLst/>
                        </a:rPr>
                        <a:t> yr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grade_level_13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0.050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362089203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2</a:t>
                      </a:r>
                      <a:r>
                        <a:rPr lang="en-IN" sz="700" b="1" kern="100" baseline="30000" dirty="0">
                          <a:effectLst/>
                        </a:rPr>
                        <a:t>nd</a:t>
                      </a:r>
                      <a:r>
                        <a:rPr lang="en-IN" sz="700" b="1" kern="100" dirty="0">
                          <a:effectLst/>
                        </a:rPr>
                        <a:t> yr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grade_level_14 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0.130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100783460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3</a:t>
                      </a:r>
                      <a:r>
                        <a:rPr lang="en-IN" sz="700" b="1" kern="100" baseline="30000" dirty="0">
                          <a:effectLst/>
                        </a:rPr>
                        <a:t>rd</a:t>
                      </a:r>
                      <a:r>
                        <a:rPr lang="en-IN" sz="700" b="1" kern="100" dirty="0">
                          <a:effectLst/>
                        </a:rPr>
                        <a:t> yr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grade_level_15 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-0.145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57302559"/>
                  </a:ext>
                </a:extLst>
              </a:tr>
              <a:tr h="157516">
                <a:tc rowSpan="5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kern="100">
                          <a:effectLst/>
                        </a:rPr>
                        <a:t>AI Tools Used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 err="1">
                          <a:effectLst/>
                        </a:rPr>
                        <a:t>ChatGPT+Gemini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ai_tool_1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0.313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880102524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Claude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ai_tool_2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-0.290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734229796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Copilot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ai_tool_3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0.263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78730113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Gemini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ai_tool_4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0.131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173040094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None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ai_tool_5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-0.246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739535858"/>
                  </a:ext>
                </a:extLst>
              </a:tr>
              <a:tr h="157516">
                <a:tc rowSpan="5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kern="100">
                          <a:effectLst/>
                        </a:rPr>
                        <a:t>AI Usage Purpose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Coding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Code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0.460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560516998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Doubt Solving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Doubt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-0.317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520556838"/>
                  </a:ext>
                </a:extLst>
              </a:tr>
              <a:tr h="19689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Exam Preparation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Exam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0.220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958287845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HW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HW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0.069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268389777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Notes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Note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-0.117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574083376"/>
                  </a:ext>
                </a:extLst>
              </a:tr>
              <a:tr h="157516">
                <a:tc rowSpan="9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kern="100">
                          <a:effectLst/>
                        </a:rPr>
                        <a:t>AI Dependency Score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2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AIDS2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0.146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170813131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-0.808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087537849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4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AIDS4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0.265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967603882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5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AIDS5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0.150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068134816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6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AIDS6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0.048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00512554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7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AIDS7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585555699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8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AIDS8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0.276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947446591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9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AIDS9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-0.274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020854526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10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AIDS10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0.336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87918127"/>
                  </a:ext>
                </a:extLst>
              </a:tr>
              <a:tr h="157516">
                <a:tc rowSpan="9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kern="100">
                          <a:effectLst/>
                        </a:rPr>
                        <a:t>AI Ethics Score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2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AIES2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-0.181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443080103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0.274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523913921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4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AIES4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-0.298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181492939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5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AIES5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0.285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866673368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6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AIES6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0.125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647788090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7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AIES7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-0.104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462273501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8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AIES8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-0.016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119990913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9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AIES9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-0.138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096780992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10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AIES10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0.168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5283305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CEEC3C-A9A3-A30B-F41B-3AB750751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730085"/>
              </p:ext>
            </p:extLst>
          </p:nvPr>
        </p:nvGraphicFramePr>
        <p:xfrm>
          <a:off x="5981700" y="812448"/>
          <a:ext cx="6007101" cy="5867474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27264">
                  <a:extLst>
                    <a:ext uri="{9D8B030D-6E8A-4147-A177-3AD203B41FA5}">
                      <a16:colId xmlns:a16="http://schemas.microsoft.com/office/drawing/2014/main" val="999481748"/>
                    </a:ext>
                  </a:extLst>
                </a:gridCol>
                <a:gridCol w="1653773">
                  <a:extLst>
                    <a:ext uri="{9D8B030D-6E8A-4147-A177-3AD203B41FA5}">
                      <a16:colId xmlns:a16="http://schemas.microsoft.com/office/drawing/2014/main" val="414472070"/>
                    </a:ext>
                  </a:extLst>
                </a:gridCol>
                <a:gridCol w="1934678">
                  <a:extLst>
                    <a:ext uri="{9D8B030D-6E8A-4147-A177-3AD203B41FA5}">
                      <a16:colId xmlns:a16="http://schemas.microsoft.com/office/drawing/2014/main" val="2070910433"/>
                    </a:ext>
                  </a:extLst>
                </a:gridCol>
                <a:gridCol w="1391386">
                  <a:extLst>
                    <a:ext uri="{9D8B030D-6E8A-4147-A177-3AD203B41FA5}">
                      <a16:colId xmlns:a16="http://schemas.microsoft.com/office/drawing/2014/main" val="3803881442"/>
                    </a:ext>
                  </a:extLst>
                </a:gridCol>
              </a:tblGrid>
              <a:tr h="263475">
                <a:tc gridSpan="2"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800" kern="100">
                          <a:effectLst/>
                        </a:rPr>
                        <a:t>MEANING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kern="100">
                          <a:effectLst/>
                        </a:rPr>
                        <a:t>VARIABLE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kern="100">
                          <a:effectLst/>
                        </a:rPr>
                        <a:t>COEFFICIENT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6655672"/>
                  </a:ext>
                </a:extLst>
              </a:tr>
              <a:tr h="184156">
                <a:tc rowSpan="9"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800" kern="100">
                          <a:effectLst/>
                        </a:rPr>
                        <a:t>Concept Understanding Score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CU2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2.403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227482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1.795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6463564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1.944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8214845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1.925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8431734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2.204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6270982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2.137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0718791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1.757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9108766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1.988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5942505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1.764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2521425"/>
                  </a:ext>
                </a:extLst>
              </a:tr>
              <a:tr h="184156">
                <a:tc rowSpan="9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kern="100">
                          <a:effectLst/>
                        </a:rPr>
                        <a:t>Class Participation</a:t>
                      </a:r>
                      <a:endParaRPr lang="en-IN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IN" sz="800" kern="100">
                          <a:effectLst/>
                        </a:rPr>
                        <a:t>Score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2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CPS2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0.407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4582501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-0.084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7664353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0.051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2594315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0.090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0378012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-0.182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0857455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0.189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9681317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-0.040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9879610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-0.308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899743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0.111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3848441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age 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age 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0.004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4546232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Daily Average Duration of Study (hrs)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study_hours_per_day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0.081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4317354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Daily Average Duration of AI Usage (mins)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ai_usage_time_minutes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0.001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8194839"/>
                  </a:ext>
                </a:extLst>
              </a:tr>
              <a:tr h="263475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Percentage of the content generated by AI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ai_generated_content_percentage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-0.053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4168431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Weekly number of AI prompts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ai_prompts_per_week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-0.005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6932074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Percentage of Last Exam Score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last_exam_score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0.397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6209522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Average of all Assignment Scores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assignment_scores_avg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0.300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256418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Percentage of Attendance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attendance_percentage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-0.007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0195734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Index as per Study Consistency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study_consistency_index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-0.026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5520930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Index/Rate of Improvement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improvement_rate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-0.004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7519547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Daily Average Duration of Sleep (Hrs)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sleep_hours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0.027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5926852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Daily Average Duration of Attending Tuitions (Hrs)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tutoring_hours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-0.064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5067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778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89B43D-5069-BED3-8ABF-1ECE12B05BF7}"/>
              </a:ext>
            </a:extLst>
          </p:cNvPr>
          <p:cNvSpPr txBox="1"/>
          <p:nvPr/>
        </p:nvSpPr>
        <p:spPr>
          <a:xfrm>
            <a:off x="-119353" y="104562"/>
            <a:ext cx="131314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MULTIPLE LINEAR REGRESSION SUMMARY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E3FEACE4-8A10-1EC0-9CA5-6EA0C43C369E}"/>
              </a:ext>
            </a:extLst>
          </p:cNvPr>
          <p:cNvSpPr txBox="1">
            <a:spLocks/>
          </p:cNvSpPr>
          <p:nvPr/>
        </p:nvSpPr>
        <p:spPr>
          <a:xfrm>
            <a:off x="231648" y="1517904"/>
            <a:ext cx="11960352" cy="4024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/>
              <a:t>Test MSE (Mean Square Error)= 25.56708</a:t>
            </a:r>
          </a:p>
          <a:p>
            <a:pPr marL="0" indent="0">
              <a:buNone/>
            </a:pPr>
            <a:endParaRPr lang="en-IN" sz="3200" b="1" dirty="0"/>
          </a:p>
          <a:p>
            <a:r>
              <a:rPr lang="en-IN" sz="3200" b="1" dirty="0"/>
              <a:t>Multiple R^2 = 0.864,</a:t>
            </a:r>
          </a:p>
          <a:p>
            <a:pPr marL="0" indent="0">
              <a:buNone/>
            </a:pPr>
            <a:r>
              <a:rPr lang="en-IN" sz="3200" b="1" dirty="0"/>
              <a:t>implies approximately 86% of the total variability in the response of Percentage of Final Score has been explained by the fitted linear regression of it on the remaining predictors.</a:t>
            </a:r>
          </a:p>
          <a:p>
            <a:pPr marL="0" indent="0">
              <a:buNone/>
            </a:pPr>
            <a:endParaRPr lang="en-IN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64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41E264-5FF6-17D8-D800-E1C98B39E4E3}"/>
              </a:ext>
            </a:extLst>
          </p:cNvPr>
          <p:cNvSpPr txBox="1"/>
          <p:nvPr/>
        </p:nvSpPr>
        <p:spPr>
          <a:xfrm>
            <a:off x="2451353" y="151727"/>
            <a:ext cx="95310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LOGISTIC REGRESSION SUMMARY</a:t>
            </a:r>
            <a:endParaRPr lang="en-IN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5F06CF-DDA7-F697-24D9-95A273517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786846"/>
              </p:ext>
            </p:extLst>
          </p:nvPr>
        </p:nvGraphicFramePr>
        <p:xfrm>
          <a:off x="352425" y="861976"/>
          <a:ext cx="5000625" cy="57304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3207">
                  <a:extLst>
                    <a:ext uri="{9D8B030D-6E8A-4147-A177-3AD203B41FA5}">
                      <a16:colId xmlns:a16="http://schemas.microsoft.com/office/drawing/2014/main" val="2235733729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760568734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4188096997"/>
                    </a:ext>
                  </a:extLst>
                </a:gridCol>
                <a:gridCol w="1216618">
                  <a:extLst>
                    <a:ext uri="{9D8B030D-6E8A-4147-A177-3AD203B41FA5}">
                      <a16:colId xmlns:a16="http://schemas.microsoft.com/office/drawing/2014/main" val="1118061425"/>
                    </a:ext>
                  </a:extLst>
                </a:gridCol>
              </a:tblGrid>
              <a:tr h="155139">
                <a:tc gridSpan="2"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kern="100" dirty="0">
                          <a:effectLst/>
                        </a:rPr>
                        <a:t>MEANING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kern="100" dirty="0">
                          <a:effectLst/>
                        </a:rPr>
                        <a:t>VARIABLE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kern="100" dirty="0">
                          <a:effectLst/>
                        </a:rPr>
                        <a:t>COEFFICIENT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769347944"/>
                  </a:ext>
                </a:extLst>
              </a:tr>
              <a:tr h="155139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(INTERCEPT)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(INTERCEPT)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-12.404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42038599"/>
                  </a:ext>
                </a:extLst>
              </a:tr>
              <a:tr h="155139">
                <a:tc rowSpan="2"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kern="100">
                          <a:effectLst/>
                        </a:rPr>
                        <a:t>Gender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Female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F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0.312 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833831903"/>
                  </a:ext>
                </a:extLst>
              </a:tr>
              <a:tr h="878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Male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M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0.011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624420327"/>
                  </a:ext>
                </a:extLst>
              </a:tr>
              <a:tr h="155139">
                <a:tc row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kern="100">
                          <a:effectLst/>
                        </a:rPr>
                        <a:t>Level of Grade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11th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grade_level_11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0.135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777883871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12th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grade_level_12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-0.150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928415489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1</a:t>
                      </a:r>
                      <a:r>
                        <a:rPr lang="en-IN" sz="700" b="1" kern="100" baseline="30000">
                          <a:effectLst/>
                        </a:rPr>
                        <a:t>st</a:t>
                      </a:r>
                      <a:r>
                        <a:rPr lang="en-IN" sz="700" b="1" kern="100">
                          <a:effectLst/>
                        </a:rPr>
                        <a:t> yr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grade_level_13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-0.008  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697232734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2</a:t>
                      </a:r>
                      <a:r>
                        <a:rPr lang="en-IN" sz="700" b="1" kern="100" baseline="30000" dirty="0">
                          <a:effectLst/>
                        </a:rPr>
                        <a:t>nd</a:t>
                      </a:r>
                      <a:r>
                        <a:rPr lang="en-IN" sz="700" b="1" kern="100" dirty="0">
                          <a:effectLst/>
                        </a:rPr>
                        <a:t> yr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grade_level_14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0.176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913515733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3</a:t>
                      </a:r>
                      <a:r>
                        <a:rPr lang="en-IN" sz="700" b="1" kern="100" baseline="30000">
                          <a:effectLst/>
                        </a:rPr>
                        <a:t>rd</a:t>
                      </a:r>
                      <a:r>
                        <a:rPr lang="en-IN" sz="700" b="1" kern="100">
                          <a:effectLst/>
                        </a:rPr>
                        <a:t> yr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grade_level_15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-0.037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540602125"/>
                  </a:ext>
                </a:extLst>
              </a:tr>
              <a:tr h="155139">
                <a:tc row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kern="100">
                          <a:effectLst/>
                        </a:rPr>
                        <a:t>AI Tools Used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ChatGPT+Gemini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ai_tool_1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-0.049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946163075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Claude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ai_tool_2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-0.169 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510783142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Copilot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ai_tool_3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-0.292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850031645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Gemini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ai_tool_4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0.567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210635654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None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ai_tool_5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-0.380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592330545"/>
                  </a:ext>
                </a:extLst>
              </a:tr>
              <a:tr h="155139">
                <a:tc row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kern="100">
                          <a:effectLst/>
                        </a:rPr>
                        <a:t>AI Usage Purpose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Coding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Code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0.006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720690457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Doubt Solving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Doubt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-0.248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534787094"/>
                  </a:ext>
                </a:extLst>
              </a:tr>
              <a:tr h="1939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Exam Preparation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Exam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0.052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883391243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HW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HW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-0.359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916162414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Notes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Note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0.361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935585330"/>
                  </a:ext>
                </a:extLst>
              </a:tr>
              <a:tr h="155139">
                <a:tc rowSpan="9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kern="100">
                          <a:effectLst/>
                        </a:rPr>
                        <a:t>AI Dependency Score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2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-0.332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892441594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0.022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741775702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4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-0.193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187279643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5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0.058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835543600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6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0.135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697806346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7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AIDS7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-0.394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945869196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8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0.744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070000033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9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-0.308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91951628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10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AIDS10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-0.066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562994813"/>
                  </a:ext>
                </a:extLst>
              </a:tr>
              <a:tr h="155139">
                <a:tc rowSpan="9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kern="100">
                          <a:effectLst/>
                        </a:rPr>
                        <a:t>AI Ethics Score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2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-0.168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64038280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0.535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582658282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4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-0.572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190306355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5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0.159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300709764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6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-0.250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023574042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7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AIES7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0.339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984303679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8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-0.192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529762386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9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0.171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340053168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10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AIES10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0.355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49643811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1E2A57-C8E8-4364-8D91-59AFA2D05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446785"/>
              </p:ext>
            </p:extLst>
          </p:nvPr>
        </p:nvGraphicFramePr>
        <p:xfrm>
          <a:off x="5508307" y="859613"/>
          <a:ext cx="6474142" cy="57304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7131">
                  <a:extLst>
                    <a:ext uri="{9D8B030D-6E8A-4147-A177-3AD203B41FA5}">
                      <a16:colId xmlns:a16="http://schemas.microsoft.com/office/drawing/2014/main" val="52716369"/>
                    </a:ext>
                  </a:extLst>
                </a:gridCol>
                <a:gridCol w="2047985">
                  <a:extLst>
                    <a:ext uri="{9D8B030D-6E8A-4147-A177-3AD203B41FA5}">
                      <a16:colId xmlns:a16="http://schemas.microsoft.com/office/drawing/2014/main" val="1978417160"/>
                    </a:ext>
                  </a:extLst>
                </a:gridCol>
                <a:gridCol w="2047985">
                  <a:extLst>
                    <a:ext uri="{9D8B030D-6E8A-4147-A177-3AD203B41FA5}">
                      <a16:colId xmlns:a16="http://schemas.microsoft.com/office/drawing/2014/main" val="771743749"/>
                    </a:ext>
                  </a:extLst>
                </a:gridCol>
                <a:gridCol w="1271041">
                  <a:extLst>
                    <a:ext uri="{9D8B030D-6E8A-4147-A177-3AD203B41FA5}">
                      <a16:colId xmlns:a16="http://schemas.microsoft.com/office/drawing/2014/main" val="3824093689"/>
                    </a:ext>
                  </a:extLst>
                </a:gridCol>
              </a:tblGrid>
              <a:tr h="179077">
                <a:tc gridSpan="2"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800" kern="100" dirty="0">
                          <a:effectLst/>
                        </a:rPr>
                        <a:t>MEANING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kern="100">
                          <a:effectLst/>
                        </a:rPr>
                        <a:t>VARIABLE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kern="100">
                          <a:effectLst/>
                        </a:rPr>
                        <a:t>COEFFICIENT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0132188"/>
                  </a:ext>
                </a:extLst>
              </a:tr>
              <a:tr h="179077">
                <a:tc rowSpan="9"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800" kern="100" dirty="0">
                          <a:effectLst/>
                        </a:rPr>
                        <a:t>Concept Understanding Score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CU2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1.018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4866946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0.812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9472774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0.674 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6734971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0.674 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9415446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0.872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9609603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0.534 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4678373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0.071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5244948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1.174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3415139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0.588 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0344527"/>
                  </a:ext>
                </a:extLst>
              </a:tr>
              <a:tr h="179077">
                <a:tc rowSpan="9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kern="100">
                          <a:effectLst/>
                        </a:rPr>
                        <a:t>Class Participation</a:t>
                      </a:r>
                      <a:endParaRPr lang="en-IN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IN" sz="800" kern="100">
                          <a:effectLst/>
                        </a:rPr>
                        <a:t>Score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2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CPS2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0.139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7660920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-0.029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8867878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-0.035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6053521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0.104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2994838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-0.375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3557653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0.184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4156774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CPS8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0.639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469423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0.738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5104052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0.073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5205134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age 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age 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-0.011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0437832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Daily Average Duration of Study (hrs)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study_hours_per_day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-0.002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6248366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Daily Average Duration of AI Usage (mins)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ai_usage_time_minutes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0.0003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7476617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Percentage of the content generated by AI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ai_generated_content_percentage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-0.022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7867452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Weekly number of AI prompts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ai_prompts_per_week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-0.002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0818271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Percentage of Last Exam Score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last_exam_score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0.157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6870776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Average of all Assignment Scores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assignment_scores_avg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0.121 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8591345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Percentage of Attendance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attendance_percentage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-0.003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9133028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Index as per Study Consistency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 err="1">
                          <a:effectLst/>
                        </a:rPr>
                        <a:t>study_consistency_index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-0.040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1129838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Index/Rate of Improvement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improvement_rate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-0.004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68268327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Daily Average Duration of Sleep (Hrs)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sleep_hours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0.068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8578061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Daily Average Duration of Social Media Usage (Hrs)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social_media_hours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0.026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9472938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Daily Average Duration of Attending Tuitions (Hrs)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tutoring_hours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-0.059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9103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137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C0C14B-F1B5-9399-6F2D-677DBE347FDE}"/>
              </a:ext>
            </a:extLst>
          </p:cNvPr>
          <p:cNvSpPr txBox="1"/>
          <p:nvPr/>
        </p:nvSpPr>
        <p:spPr>
          <a:xfrm>
            <a:off x="1798320" y="312804"/>
            <a:ext cx="95310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LOGISTIC REGRESSION SUMMARY</a:t>
            </a:r>
            <a:endParaRPr lang="en-IN" sz="4000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2C17E5B-AFB4-00C6-4495-1C3CBE50ADE7}"/>
              </a:ext>
            </a:extLst>
          </p:cNvPr>
          <p:cNvSpPr txBox="1">
            <a:spLocks/>
          </p:cNvSpPr>
          <p:nvPr/>
        </p:nvSpPr>
        <p:spPr>
          <a:xfrm>
            <a:off x="155448" y="1020690"/>
            <a:ext cx="11823192" cy="55245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/>
              <a:t>Confusion Matrix based on Test Data:</a:t>
            </a:r>
          </a:p>
          <a:p>
            <a:endParaRPr lang="en-IN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  <a:p>
            <a:r>
              <a:rPr lang="en-IN" sz="3200" b="1" dirty="0"/>
              <a:t>Precision = 0.9504132 ,</a:t>
            </a:r>
          </a:p>
          <a:p>
            <a:pPr marL="0" indent="0">
              <a:buNone/>
            </a:pPr>
            <a:r>
              <a:rPr lang="en-IN" sz="2400" b="1" dirty="0"/>
              <a:t>implies out of 100 predicted passed cases classified by the classifier,</a:t>
            </a:r>
          </a:p>
          <a:p>
            <a:pPr marL="0" indent="0">
              <a:buNone/>
            </a:pPr>
            <a:r>
              <a:rPr lang="en-IN" sz="2400" b="1" dirty="0"/>
              <a:t>95 are actually the true passed cases.</a:t>
            </a:r>
            <a:endParaRPr lang="en-IN" sz="3200" b="1" dirty="0"/>
          </a:p>
          <a:p>
            <a:r>
              <a:rPr lang="en-IN" sz="3200" b="1" dirty="0"/>
              <a:t>Recall = 0.9745763 ,</a:t>
            </a:r>
          </a:p>
          <a:p>
            <a:pPr marL="0" indent="0">
              <a:buNone/>
            </a:pPr>
            <a:r>
              <a:rPr lang="en-IN" sz="2400" b="1" dirty="0"/>
              <a:t>implies out of 100 true passes cases of occurrences,</a:t>
            </a:r>
          </a:p>
          <a:p>
            <a:pPr marL="0" indent="0">
              <a:buNone/>
            </a:pPr>
            <a:r>
              <a:rPr lang="en-IN" sz="2400" b="1" dirty="0"/>
              <a:t> the classifier has been able to predict 97 passed cases.</a:t>
            </a:r>
          </a:p>
          <a:p>
            <a:endParaRPr lang="en-IN" sz="32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C88B08-BC47-6C40-E674-CE94755DA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199899"/>
              </p:ext>
            </p:extLst>
          </p:nvPr>
        </p:nvGraphicFramePr>
        <p:xfrm>
          <a:off x="2764536" y="1700019"/>
          <a:ext cx="6822333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3146878078"/>
                    </a:ext>
                  </a:extLst>
                </a:gridCol>
                <a:gridCol w="2459736">
                  <a:extLst>
                    <a:ext uri="{9D8B030D-6E8A-4147-A177-3AD203B41FA5}">
                      <a16:colId xmlns:a16="http://schemas.microsoft.com/office/drawing/2014/main" val="2540467921"/>
                    </a:ext>
                  </a:extLst>
                </a:gridCol>
                <a:gridCol w="2305197">
                  <a:extLst>
                    <a:ext uri="{9D8B030D-6E8A-4147-A177-3AD203B41FA5}">
                      <a16:colId xmlns:a16="http://schemas.microsoft.com/office/drawing/2014/main" val="157234036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PREDICTED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7395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0:Failed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1:Passed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365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0: 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004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1:Passed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1380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7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695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E7AD-0BA5-054E-8B95-2608D7ED9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1328" y="262890"/>
            <a:ext cx="9448800" cy="729852"/>
          </a:xfrm>
        </p:spPr>
        <p:txBody>
          <a:bodyPr>
            <a:normAutofit/>
          </a:bodyPr>
          <a:lstStyle/>
          <a:p>
            <a:pPr algn="ctr"/>
            <a:r>
              <a:rPr lang="en-IN" sz="4000" b="1" u="sng" dirty="0"/>
              <a:t>MODEL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B97E27-D8C3-6EAB-B008-59DAAC899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189151"/>
              </p:ext>
            </p:extLst>
          </p:nvPr>
        </p:nvGraphicFramePr>
        <p:xfrm>
          <a:off x="1779525" y="1188379"/>
          <a:ext cx="8632950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29384">
                  <a:extLst>
                    <a:ext uri="{9D8B030D-6E8A-4147-A177-3AD203B41FA5}">
                      <a16:colId xmlns:a16="http://schemas.microsoft.com/office/drawing/2014/main" val="3807268154"/>
                    </a:ext>
                  </a:extLst>
                </a:gridCol>
                <a:gridCol w="3774100">
                  <a:extLst>
                    <a:ext uri="{9D8B030D-6E8A-4147-A177-3AD203B41FA5}">
                      <a16:colId xmlns:a16="http://schemas.microsoft.com/office/drawing/2014/main" val="3253542875"/>
                    </a:ext>
                  </a:extLst>
                </a:gridCol>
                <a:gridCol w="2929466">
                  <a:extLst>
                    <a:ext uri="{9D8B030D-6E8A-4147-A177-3AD203B41FA5}">
                      <a16:colId xmlns:a16="http://schemas.microsoft.com/office/drawing/2014/main" val="478272621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AIC</a:t>
                      </a:r>
                    </a:p>
                    <a:p>
                      <a:pPr algn="ctr"/>
                      <a:r>
                        <a:rPr lang="en-IN" dirty="0"/>
                        <a:t>(AKAIKE INFORMATION CRITERION)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MULTIPLE 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LOGISTIC 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24204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38803.58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1,714.017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4650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3C7F3E-3325-FC80-1E89-5F9093DF9C06}"/>
              </a:ext>
            </a:extLst>
          </p:cNvPr>
          <p:cNvSpPr txBox="1"/>
          <p:nvPr/>
        </p:nvSpPr>
        <p:spPr>
          <a:xfrm>
            <a:off x="3712464" y="2572736"/>
            <a:ext cx="4526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/>
              <a:t>CONCLUSION</a:t>
            </a:r>
          </a:p>
          <a:p>
            <a:pPr algn="ctr"/>
            <a:endParaRPr lang="en-IN" sz="36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AF62B-5B80-EDF7-4B31-3FED12ED1DBF}"/>
              </a:ext>
            </a:extLst>
          </p:cNvPr>
          <p:cNvSpPr txBox="1"/>
          <p:nvPr/>
        </p:nvSpPr>
        <p:spPr>
          <a:xfrm>
            <a:off x="257556" y="3222577"/>
            <a:ext cx="116768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Since the Logistic Regression model yields a lower AIC than that of the Multiple Linear Regression Model, </a:t>
            </a:r>
          </a:p>
          <a:p>
            <a:pPr algn="ctr"/>
            <a:r>
              <a:rPr lang="en-IN" sz="3200" b="1" dirty="0"/>
              <a:t>The fitted Logistic Regression Model</a:t>
            </a:r>
          </a:p>
          <a:p>
            <a:pPr algn="ctr"/>
            <a:r>
              <a:rPr lang="en-IN" sz="3200" b="1" dirty="0"/>
              <a:t> is a better fitted model.</a:t>
            </a:r>
          </a:p>
        </p:txBody>
      </p:sp>
    </p:spTree>
    <p:extLst>
      <p:ext uri="{BB962C8B-B14F-4D97-AF65-F5344CB8AC3E}">
        <p14:creationId xmlns:p14="http://schemas.microsoft.com/office/powerpoint/2010/main" val="72147254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748</TotalTime>
  <Words>2861</Words>
  <Application>Microsoft Office PowerPoint</Application>
  <PresentationFormat>Widescreen</PresentationFormat>
  <Paragraphs>1315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Aharoni</vt:lpstr>
      <vt:lpstr>Aptos</vt:lpstr>
      <vt:lpstr>Arial</vt:lpstr>
      <vt:lpstr>Century Gothic</vt:lpstr>
      <vt:lpstr>Times New Roman</vt:lpstr>
      <vt:lpstr>Wingdings</vt:lpstr>
      <vt:lpstr>Vapor Trail</vt:lpstr>
      <vt:lpstr>STUDENTS’ ACADEMIC PERFORMANCE </vt:lpstr>
      <vt:lpstr>DATA SET DESCRIPTION</vt:lpstr>
      <vt:lpstr>PowerPoint Presentation</vt:lpstr>
      <vt:lpstr>CLASSIFICATION  OF 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SULAGNA ROY CREATIONS</dc:creator>
  <cp:lastModifiedBy>SULAGNA ROY CREATIONS</cp:lastModifiedBy>
  <cp:revision>12</cp:revision>
  <dcterms:created xsi:type="dcterms:W3CDTF">2026-05-06T10:23:00Z</dcterms:created>
  <dcterms:modified xsi:type="dcterms:W3CDTF">2026-05-08T11:42:39Z</dcterms:modified>
</cp:coreProperties>
</file>